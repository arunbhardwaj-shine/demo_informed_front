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A8083-D068-431B-AC73-76A753B00FAA}" v="2" dt="2023-10-17T12:14:27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Q&amp;Poll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Enhance HCP engagement at events. Add polls to presentations for personalised speaker-audience interaction. Immediate Q&amp;A involvement empowers each HCP. Integrating votes and questions into CRM timelines aids post-event personalisation.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476465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Real-time interaction and queries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Screen questions before they reach the panel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Get to know your HCPs better (by knowing what’s got them thinking)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Instantaneous HCP engagement with no interruptions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Automatically integrate </a:t>
            </a:r>
            <a:r>
              <a:rPr lang="en-GB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Q&amp;Poll</a:t>
            </a: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data and download easily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3BEF952-D96F-EF01-7CCF-8EA4555E880B}"/>
              </a:ext>
            </a:extLst>
          </p:cNvPr>
          <p:cNvGrpSpPr/>
          <p:nvPr/>
        </p:nvGrpSpPr>
        <p:grpSpPr>
          <a:xfrm>
            <a:off x="4817668" y="5872509"/>
            <a:ext cx="676656" cy="658368"/>
            <a:chOff x="5073337" y="4958505"/>
            <a:chExt cx="676656" cy="65836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239465-BF7B-50C6-1628-9C185A4E6D7C}"/>
                </a:ext>
              </a:extLst>
            </p:cNvPr>
            <p:cNvGrpSpPr/>
            <p:nvPr/>
          </p:nvGrpSpPr>
          <p:grpSpPr>
            <a:xfrm>
              <a:off x="5082481" y="4958505"/>
              <a:ext cx="658368" cy="658368"/>
              <a:chOff x="2717229" y="4899401"/>
              <a:chExt cx="658368" cy="65836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3C0E614-3239-4556-7FB8-7652B65C375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D4C0"/>
              </a:solidFill>
              <a:ln>
                <a:noFill/>
              </a:ln>
              <a:effectLst>
                <a:outerShdw blurRad="63500" sx="103000" sy="103000" algn="ctr" rotWithShape="0">
                  <a:srgbClr val="00D4C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AEE0361-07DF-8904-DED1-A3BD4E429A5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D4C0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87BEB5-2FA8-6A0A-F6A1-69DA095A330B}"/>
                </a:ext>
              </a:extLst>
            </p:cNvPr>
            <p:cNvSpPr txBox="1"/>
            <p:nvPr/>
          </p:nvSpPr>
          <p:spPr>
            <a:xfrm>
              <a:off x="5073337" y="525920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Automail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09F8B03-89C1-41CC-279B-9BC43D614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1081" y="5039745"/>
              <a:ext cx="201168" cy="20116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81DC61-D201-75BE-3A1A-AF9ADBC38AFE}"/>
              </a:ext>
            </a:extLst>
          </p:cNvPr>
          <p:cNvGrpSpPr/>
          <p:nvPr/>
        </p:nvGrpSpPr>
        <p:grpSpPr>
          <a:xfrm>
            <a:off x="3292333" y="5872509"/>
            <a:ext cx="676656" cy="658368"/>
            <a:chOff x="3081391" y="3371266"/>
            <a:chExt cx="676656" cy="65836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087C5A4-8FF3-1A5A-EF5A-E1B2D370DD18}"/>
                </a:ext>
              </a:extLst>
            </p:cNvPr>
            <p:cNvGrpSpPr/>
            <p:nvPr/>
          </p:nvGrpSpPr>
          <p:grpSpPr>
            <a:xfrm>
              <a:off x="3090535" y="3371266"/>
              <a:ext cx="658368" cy="658368"/>
              <a:chOff x="2717229" y="4899401"/>
              <a:chExt cx="658368" cy="65836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3CB58D9-A56A-33D4-BDA1-B82F7767D8A5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8A4E9C"/>
              </a:solidFill>
              <a:ln>
                <a:noFill/>
              </a:ln>
              <a:effectLst>
                <a:outerShdw blurRad="63500" sx="103000" sy="103000" algn="ctr" rotWithShape="0">
                  <a:srgbClr val="8A4E9C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0D29595-E598-4FAF-D80E-9E5E379908A6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8A4E9C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9137B0-6E4B-9AC8-FC90-41395BE67EB5}"/>
                </a:ext>
              </a:extLst>
            </p:cNvPr>
            <p:cNvSpPr txBox="1"/>
            <p:nvPr/>
          </p:nvSpPr>
          <p:spPr>
            <a:xfrm>
              <a:off x="3081391" y="3671962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Webinar Portal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4C09701-DF14-E39E-7E75-19961C2D9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19135" y="3484929"/>
              <a:ext cx="201168" cy="201168"/>
            </a:xfrm>
            <a:prstGeom prst="rect">
              <a:avLst/>
            </a:prstGeom>
          </p:spPr>
        </p:pic>
      </p:grp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43903FB-581F-76E9-1210-B0DB738D50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804" y="893483"/>
            <a:ext cx="3322717" cy="17206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874D052-CA87-D19F-9AAA-844052DE1615}"/>
              </a:ext>
            </a:extLst>
          </p:cNvPr>
          <p:cNvGrpSpPr/>
          <p:nvPr/>
        </p:nvGrpSpPr>
        <p:grpSpPr>
          <a:xfrm>
            <a:off x="4054350" y="5872509"/>
            <a:ext cx="676656" cy="658368"/>
            <a:chOff x="3794956" y="3385401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ABCF6D-8A81-A8A4-51E6-2FB85E823C58}"/>
                </a:ext>
              </a:extLst>
            </p:cNvPr>
            <p:cNvGrpSpPr/>
            <p:nvPr/>
          </p:nvGrpSpPr>
          <p:grpSpPr>
            <a:xfrm>
              <a:off x="3804100" y="3385401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0A06F6-B371-B7E2-52D4-E4036A9A9753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5058AA"/>
              </a:solidFill>
              <a:ln>
                <a:noFill/>
              </a:ln>
              <a:effectLst>
                <a:outerShdw blurRad="63500" sx="103000" sy="103000" algn="ctr" rotWithShape="0">
                  <a:srgbClr val="5058AA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3692AE3-BBD6-27A6-79BD-33F687B1E38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5058AA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A78CBD-A1FE-C9EB-53B0-215C9374E054}"/>
                </a:ext>
              </a:extLst>
            </p:cNvPr>
            <p:cNvSpPr txBox="1"/>
            <p:nvPr/>
          </p:nvSpPr>
          <p:spPr>
            <a:xfrm>
              <a:off x="3794956" y="368609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Survey Engine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C3EAAFD-21F6-2117-00A6-8471A4710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27780" y="3487965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246072-759D-D965-AA6B-507D0B929FA4}"/>
              </a:ext>
            </a:extLst>
          </p:cNvPr>
          <p:cNvGrpSpPr/>
          <p:nvPr/>
        </p:nvGrpSpPr>
        <p:grpSpPr>
          <a:xfrm>
            <a:off x="2539297" y="5872509"/>
            <a:ext cx="676656" cy="658368"/>
            <a:chOff x="2868804" y="495582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7873EA-0F59-A3BA-5A95-396B3AF23112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4FB740-E0A0-8BF1-8FA9-8FB381B8F00F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CDB88CB-2775-2557-002C-B76E44169F11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27D9AC-6FFC-140C-0DC7-6C0E81795491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6D7DAF2-3DB3-B3E2-14A1-C01AA4B0F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CB1550A6-EC2F-7AB6-50F6-DB788FD74F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3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2023-10-17T12:13:27Z</dcterms:created>
  <dcterms:modified xsi:type="dcterms:W3CDTF">2023-10-17T12:14:36Z</dcterms:modified>
</cp:coreProperties>
</file>