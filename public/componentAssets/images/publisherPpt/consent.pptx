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BC7E7-C858-433E-B724-4A3982F3ED5F}" v="3" dt="2023-10-17T11:34:39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E5041A-AE2D-3AC6-4892-435C5205A5AF}"/>
              </a:ext>
            </a:extLst>
          </p:cNvPr>
          <p:cNvGrpSpPr/>
          <p:nvPr/>
        </p:nvGrpSpPr>
        <p:grpSpPr>
          <a:xfrm>
            <a:off x="2555742" y="5864166"/>
            <a:ext cx="676656" cy="658368"/>
            <a:chOff x="2868804" y="4955825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F243E9-379F-1E0C-C857-0060CA8B0F1F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C06EC27-59E2-F6DC-653C-1BFDCB1369B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23A02F-6CBA-E27A-AE1A-053071B6A411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840BC7-9739-0BF7-54C3-2A15E9F5B443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BB72995-77B2-1988-DC92-036BD7AF3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622A99-E475-56BD-F907-B3DA15969251}"/>
              </a:ext>
            </a:extLst>
          </p:cNvPr>
          <p:cNvGrpSpPr/>
          <p:nvPr/>
        </p:nvGrpSpPr>
        <p:grpSpPr>
          <a:xfrm>
            <a:off x="3314395" y="5864166"/>
            <a:ext cx="676656" cy="658368"/>
            <a:chOff x="3601278" y="495582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E5B8CA1-1B06-0BAF-DAD3-C75C8EB536C3}"/>
                </a:ext>
              </a:extLst>
            </p:cNvPr>
            <p:cNvGrpSpPr/>
            <p:nvPr/>
          </p:nvGrpSpPr>
          <p:grpSpPr>
            <a:xfrm>
              <a:off x="3615755" y="495582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3C4611-31D4-842A-FA47-D934BE1E0703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45FAE"/>
              </a:solidFill>
              <a:ln>
                <a:noFill/>
              </a:ln>
              <a:effectLst>
                <a:outerShdw blurRad="63500" sx="103000" sy="103000" algn="ctr" rotWithShape="0">
                  <a:srgbClr val="045FA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4D4DBF-6143-9D25-F29F-2F4EEE4E397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45FA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ED1460-0454-AF54-389B-0AFCA7505C6E}"/>
                </a:ext>
              </a:extLst>
            </p:cNvPr>
            <p:cNvSpPr txBox="1"/>
            <p:nvPr/>
          </p:nvSpPr>
          <p:spPr>
            <a:xfrm>
              <a:off x="3601278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inforMedGo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EBD2D34-4C15-92E3-30EE-F975C924D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39022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90C31B-AF43-155E-BE59-12828E448C5D}"/>
              </a:ext>
            </a:extLst>
          </p:cNvPr>
          <p:cNvGrpSpPr/>
          <p:nvPr/>
        </p:nvGrpSpPr>
        <p:grpSpPr>
          <a:xfrm>
            <a:off x="4837160" y="5864166"/>
            <a:ext cx="676656" cy="658368"/>
            <a:chOff x="8066755" y="3385401"/>
            <a:chExt cx="676656" cy="65836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FEC04D1-EA10-D51C-82CE-75681145700E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C3F94F4-04B4-BCC0-AF90-1EA2F483ED8A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E6FE7C1-350C-FE5C-F8AA-60A8D1942B6A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7B92BAD-B293-756D-4D58-8EE50E2F1BF0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8B5C78DF-4028-8C0F-6209-4BEA6C570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CB68483-9CCB-47C3-4B7C-5FFECCC42B22}"/>
              </a:ext>
            </a:extLst>
          </p:cNvPr>
          <p:cNvGrpSpPr/>
          <p:nvPr/>
        </p:nvGrpSpPr>
        <p:grpSpPr>
          <a:xfrm>
            <a:off x="4070551" y="5864166"/>
            <a:ext cx="676656" cy="658368"/>
            <a:chOff x="5926723" y="3391583"/>
            <a:chExt cx="676656" cy="65836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9E20F71-D832-D345-B886-41D9B7A5EA53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50D77C8-25AD-BA7B-3840-0F6D4D90980D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34DA317-B309-D0C8-CC5E-730B8BD79BB6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E70595-1B18-192A-434C-0BE4D13433D0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21F8622D-1B8A-3425-AB73-81234E4F2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Consent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Clients often realize their consent needs only after receiving the eprint. Our platform enables you and them to modify consent forms and language online anytime.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Consent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20" y="1928695"/>
            <a:ext cx="3693112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Three standard consent forms makes it easy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Any language possible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Change online at any time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Personalised experienced for the HCPs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HCPs can withdraw consent through their Docintel account</a:t>
            </a: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C4C591E-FDD2-B216-AC68-C8B763B2F8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7387" y="1164240"/>
            <a:ext cx="4532816" cy="1593167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905919C5-9A7F-9C98-0BD2-79AE17AD54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5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</cp:revision>
  <dcterms:created xsi:type="dcterms:W3CDTF">2013-07-15T20:26:40Z</dcterms:created>
  <dcterms:modified xsi:type="dcterms:W3CDTF">2023-10-17T11:34:46Z</dcterms:modified>
</cp:coreProperties>
</file>