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BB65B-3544-4A08-A654-9F24B4CC8B0A}" v="2" dt="2023-10-17T11:30:5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0C70850-46B1-F06B-A872-15ADDB0EB6E2}"/>
              </a:ext>
            </a:extLst>
          </p:cNvPr>
          <p:cNvGrpSpPr/>
          <p:nvPr/>
        </p:nvGrpSpPr>
        <p:grpSpPr>
          <a:xfrm>
            <a:off x="2552061" y="5859688"/>
            <a:ext cx="676656" cy="658368"/>
            <a:chOff x="5926723" y="3391583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6C193C-7E14-4BD0-A94C-A6AB1E8BD709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48BC55F-B742-60A3-6FD5-8A235C31F0AC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BC9A4A3-DF91-5D82-7BB3-DF28618A769F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0EB18A-1C71-6F81-139C-909C447EA067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E54BAAE-5C62-B55E-FF25-EA921948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inforMedGO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Maximize the success of pharma content distribution by including a complimentary InforMedGO app for Apple, Android, and Windows devices with every eprint. This enables reps to carry your eprints on any device, facilitating immediate distribution to HCPs. 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key to success lies in actively distributing valuable content.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inforMedGO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954881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Easy to use - download free app and enter code for instant activation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Give Reps control over your entire content collection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Gather on-the-spot consent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3BEF952-D96F-EF01-7CCF-8EA4555E880B}"/>
              </a:ext>
            </a:extLst>
          </p:cNvPr>
          <p:cNvGrpSpPr/>
          <p:nvPr/>
        </p:nvGrpSpPr>
        <p:grpSpPr>
          <a:xfrm>
            <a:off x="4840211" y="5872509"/>
            <a:ext cx="676656" cy="658368"/>
            <a:chOff x="5073337" y="4958505"/>
            <a:chExt cx="676656" cy="65836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239465-BF7B-50C6-1628-9C185A4E6D7C}"/>
                </a:ext>
              </a:extLst>
            </p:cNvPr>
            <p:cNvGrpSpPr/>
            <p:nvPr/>
          </p:nvGrpSpPr>
          <p:grpSpPr>
            <a:xfrm>
              <a:off x="5082481" y="4958505"/>
              <a:ext cx="658368" cy="658368"/>
              <a:chOff x="2717229" y="4899401"/>
              <a:chExt cx="658368" cy="65836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3C0E614-3239-4556-7FB8-7652B65C375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D4C0"/>
              </a:solidFill>
              <a:ln>
                <a:noFill/>
              </a:ln>
              <a:effectLst>
                <a:outerShdw blurRad="63500" sx="103000" sy="103000" algn="ctr" rotWithShape="0">
                  <a:srgbClr val="00D4C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AEE0361-07DF-8904-DED1-A3BD4E429A5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D4C0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87BEB5-2FA8-6A0A-F6A1-69DA095A330B}"/>
                </a:ext>
              </a:extLst>
            </p:cNvPr>
            <p:cNvSpPr txBox="1"/>
            <p:nvPr/>
          </p:nvSpPr>
          <p:spPr>
            <a:xfrm>
              <a:off x="5073337" y="525920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Automail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09F8B03-89C1-41CC-279B-9BC43D614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11081" y="5039745"/>
              <a:ext cx="201168" cy="20116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0DE62A-22CC-C20D-180A-88D1B5A58876}"/>
              </a:ext>
            </a:extLst>
          </p:cNvPr>
          <p:cNvGrpSpPr/>
          <p:nvPr/>
        </p:nvGrpSpPr>
        <p:grpSpPr>
          <a:xfrm>
            <a:off x="3318202" y="5872509"/>
            <a:ext cx="676656" cy="658368"/>
            <a:chOff x="4328355" y="4958505"/>
            <a:chExt cx="676656" cy="65836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BA3B4F5-BA5B-DDBA-098D-CFBB5527DA2C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48B9D0D-3737-7D04-A951-9049ACB174B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FF903B2-7884-9F7D-B161-9F3897C6CD37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D04ABD-BEB4-6CB5-19D0-2441566C88C1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C70865A-FFEE-4B00-2E55-BC72DA36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pic>
        <p:nvPicPr>
          <p:cNvPr id="3" name="Picture 2" descr="A close-up of a person's profile&#10;&#10;Description automatically generated">
            <a:extLst>
              <a:ext uri="{FF2B5EF4-FFF2-40B4-BE49-F238E27FC236}">
                <a16:creationId xmlns:a16="http://schemas.microsoft.com/office/drawing/2014/main" id="{E3C94C82-97F7-F9CA-3E59-817B9BE637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4555" y="769315"/>
            <a:ext cx="3177787" cy="173148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983B8C7-B711-65B2-A767-4E3F735E6EC7}"/>
              </a:ext>
            </a:extLst>
          </p:cNvPr>
          <p:cNvGrpSpPr/>
          <p:nvPr/>
        </p:nvGrpSpPr>
        <p:grpSpPr>
          <a:xfrm>
            <a:off x="4072792" y="5859688"/>
            <a:ext cx="676656" cy="658368"/>
            <a:chOff x="8066755" y="3385401"/>
            <a:chExt cx="676656" cy="65836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4FB0E45-DDE3-91E0-9310-F84846FF166C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073061A-E1B8-214B-AD40-3332F1A90378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E83DC47-962A-D127-3516-96F9EB6D5AD0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02DAC9F-F62C-CDFA-1E06-FDFC988B5F6E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16C5069F-3076-D96A-BD36-942699A49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pic>
        <p:nvPicPr>
          <p:cNvPr id="58" name="Graphic 57">
            <a:extLst>
              <a:ext uri="{FF2B5EF4-FFF2-40B4-BE49-F238E27FC236}">
                <a16:creationId xmlns:a16="http://schemas.microsoft.com/office/drawing/2014/main" id="{2DB04976-730C-E442-87C5-C20118E282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2002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3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2023-10-17T11:30:42Z</dcterms:created>
  <dcterms:modified xsi:type="dcterms:W3CDTF">2023-10-17T11:30:59Z</dcterms:modified>
</cp:coreProperties>
</file>