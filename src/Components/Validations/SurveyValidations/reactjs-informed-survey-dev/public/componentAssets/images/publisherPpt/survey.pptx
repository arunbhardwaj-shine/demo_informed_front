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14" r:id="rId2"/>
  </p:sldMasterIdLst>
  <p:sldIdLst>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7E113D-9E1A-4809-A2E9-0B66ABC6DF57}" v="3" dt="2023-10-17T11:44:54.4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10/17/2023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10/17/2023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10/17/2023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9FA3AC-8899-DC44-8ACE-DE70FCE85A10}"/>
              </a:ext>
            </a:extLst>
          </p:cNvPr>
          <p:cNvSpPr/>
          <p:nvPr userDrawn="1"/>
        </p:nvSpPr>
        <p:spPr>
          <a:xfrm>
            <a:off x="-1" y="-12699"/>
            <a:ext cx="11684001" cy="568960"/>
          </a:xfrm>
          <a:prstGeom prst="rect">
            <a:avLst/>
          </a:prstGeom>
          <a:solidFill>
            <a:srgbClr val="1F67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7">
            <a:extLst>
              <a:ext uri="{FF2B5EF4-FFF2-40B4-BE49-F238E27FC236}">
                <a16:creationId xmlns:a16="http://schemas.microsoft.com/office/drawing/2014/main" id="{64805866-AE00-6147-BF2C-BDEEC0238C1D}"/>
              </a:ext>
            </a:extLst>
          </p:cNvPr>
          <p:cNvSpPr>
            <a:spLocks noGrp="1"/>
          </p:cNvSpPr>
          <p:nvPr>
            <p:ph type="title"/>
          </p:nvPr>
        </p:nvSpPr>
        <p:spPr>
          <a:xfrm>
            <a:off x="-12526" y="9526"/>
            <a:ext cx="10515600" cy="546910"/>
          </a:xfrm>
          <a:prstGeom prst="rect">
            <a:avLst/>
          </a:prstGeom>
        </p:spPr>
        <p:txBody>
          <a:bodyPr/>
          <a:lstStyle>
            <a:lvl1pPr algn="l">
              <a:defRPr sz="3200" b="0" i="0">
                <a:solidFill>
                  <a:schemeClr val="bg1"/>
                </a:solidFill>
                <a:latin typeface="Roboto Light" pitchFamily="2" charset="0"/>
                <a:ea typeface="Roboto Light" pitchFamily="2" charset="0"/>
              </a:defRPr>
            </a:lvl1pPr>
          </a:lstStyle>
          <a:p>
            <a:r>
              <a:rPr lang="en-GB" dirty="0"/>
              <a:t>Click to edit Master title style</a:t>
            </a:r>
            <a:endParaRPr lang="en-US" dirty="0"/>
          </a:p>
        </p:txBody>
      </p:sp>
      <p:sp>
        <p:nvSpPr>
          <p:cNvPr id="9" name="Text Placeholder 19">
            <a:extLst>
              <a:ext uri="{FF2B5EF4-FFF2-40B4-BE49-F238E27FC236}">
                <a16:creationId xmlns:a16="http://schemas.microsoft.com/office/drawing/2014/main" id="{BE429170-0933-7047-BB5C-5CBA2DD389C4}"/>
              </a:ext>
            </a:extLst>
          </p:cNvPr>
          <p:cNvSpPr>
            <a:spLocks noGrp="1"/>
          </p:cNvSpPr>
          <p:nvPr>
            <p:ph type="body" sz="quarter" idx="10"/>
          </p:nvPr>
        </p:nvSpPr>
        <p:spPr>
          <a:xfrm>
            <a:off x="114300" y="901700"/>
            <a:ext cx="10388600" cy="825500"/>
          </a:xfrm>
          <a:prstGeom prst="rect">
            <a:avLst/>
          </a:prstGeom>
        </p:spPr>
        <p:txBody>
          <a:bodyPr/>
          <a:lstStyle>
            <a:lvl1pPr>
              <a:defRPr>
                <a:solidFill>
                  <a:srgbClr val="1E69B0"/>
                </a:solidFill>
                <a:latin typeface="Muli" pitchFamily="2" charset="77"/>
              </a:defRPr>
            </a:lvl1pPr>
            <a:lvl2pPr>
              <a:defRPr>
                <a:solidFill>
                  <a:srgbClr val="1E69B0"/>
                </a:solidFill>
                <a:latin typeface="Muli" pitchFamily="2" charset="77"/>
              </a:defRPr>
            </a:lvl2pPr>
            <a:lvl3pPr>
              <a:defRPr>
                <a:solidFill>
                  <a:srgbClr val="1E69B0"/>
                </a:solidFill>
                <a:latin typeface="Muli" pitchFamily="2" charset="77"/>
              </a:defRPr>
            </a:lvl3pPr>
            <a:lvl4pPr>
              <a:defRPr>
                <a:solidFill>
                  <a:srgbClr val="1E69B0"/>
                </a:solidFill>
                <a:latin typeface="Muli" pitchFamily="2" charset="77"/>
              </a:defRPr>
            </a:lvl4pPr>
            <a:lvl5pPr>
              <a:defRPr>
                <a:solidFill>
                  <a:srgbClr val="1E69B0"/>
                </a:solidFill>
                <a:latin typeface="Muli"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Rectangle 13">
            <a:extLst>
              <a:ext uri="{FF2B5EF4-FFF2-40B4-BE49-F238E27FC236}">
                <a16:creationId xmlns:a16="http://schemas.microsoft.com/office/drawing/2014/main" id="{F44F52FE-25F1-FB42-BF78-727AE3F5A47F}"/>
              </a:ext>
            </a:extLst>
          </p:cNvPr>
          <p:cNvSpPr/>
          <p:nvPr userDrawn="1"/>
        </p:nvSpPr>
        <p:spPr>
          <a:xfrm>
            <a:off x="11801475" y="901700"/>
            <a:ext cx="390525" cy="241300"/>
          </a:xfrm>
          <a:prstGeom prst="rect">
            <a:avLst/>
          </a:prstGeom>
          <a:solidFill>
            <a:srgbClr val="1F66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949DD305-009C-624C-AB17-3DE215394C4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36300" y="-12525"/>
            <a:ext cx="1155700" cy="1155700"/>
          </a:xfrm>
          <a:prstGeom prst="rect">
            <a:avLst/>
          </a:prstGeom>
        </p:spPr>
      </p:pic>
    </p:spTree>
    <p:extLst>
      <p:ext uri="{BB962C8B-B14F-4D97-AF65-F5344CB8AC3E}">
        <p14:creationId xmlns:p14="http://schemas.microsoft.com/office/powerpoint/2010/main" val="2191327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F3A82-0C89-6448-899F-3A09AE2B0128}"/>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Tree>
    <p:extLst>
      <p:ext uri="{BB962C8B-B14F-4D97-AF65-F5344CB8AC3E}">
        <p14:creationId xmlns:p14="http://schemas.microsoft.com/office/powerpoint/2010/main" val="9651041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rgbClr val="1E69B0"/>
        </a:solidFill>
        <a:effectLst/>
      </p:bgPr>
    </p:bg>
    <p:spTree>
      <p:nvGrpSpPr>
        <p:cNvPr id="1" name=""/>
        <p:cNvGrpSpPr/>
        <p:nvPr/>
      </p:nvGrpSpPr>
      <p:grpSpPr>
        <a:xfrm>
          <a:off x="0" y="0"/>
          <a:ext cx="0" cy="0"/>
          <a:chOff x="0" y="0"/>
          <a:chExt cx="0" cy="0"/>
        </a:xfrm>
      </p:grpSpPr>
      <p:sp>
        <p:nvSpPr>
          <p:cNvPr id="3" name="Title 17">
            <a:extLst>
              <a:ext uri="{FF2B5EF4-FFF2-40B4-BE49-F238E27FC236}">
                <a16:creationId xmlns:a16="http://schemas.microsoft.com/office/drawing/2014/main" id="{728F80F8-A82B-CD46-9788-052B0916936A}"/>
              </a:ext>
            </a:extLst>
          </p:cNvPr>
          <p:cNvSpPr>
            <a:spLocks noGrp="1"/>
          </p:cNvSpPr>
          <p:nvPr>
            <p:ph type="title"/>
          </p:nvPr>
        </p:nvSpPr>
        <p:spPr>
          <a:xfrm>
            <a:off x="-12526" y="9526"/>
            <a:ext cx="10515600" cy="546910"/>
          </a:xfrm>
          <a:prstGeom prst="rect">
            <a:avLst/>
          </a:prstGeom>
        </p:spPr>
        <p:txBody>
          <a:bodyPr/>
          <a:lstStyle>
            <a:lvl1pPr algn="l">
              <a:defRPr sz="3200" b="0" i="0">
                <a:solidFill>
                  <a:schemeClr val="bg1"/>
                </a:solidFill>
                <a:latin typeface="Roboto Light" pitchFamily="2" charset="0"/>
                <a:ea typeface="Roboto Light" pitchFamily="2" charset="0"/>
              </a:defRPr>
            </a:lvl1pPr>
          </a:lstStyle>
          <a:p>
            <a:r>
              <a:rPr lang="en-GB" dirty="0"/>
              <a:t>Click to edit Master title style</a:t>
            </a:r>
            <a:endParaRPr lang="en-US" dirty="0"/>
          </a:p>
        </p:txBody>
      </p:sp>
      <p:sp>
        <p:nvSpPr>
          <p:cNvPr id="4" name="Text Placeholder 19">
            <a:extLst>
              <a:ext uri="{FF2B5EF4-FFF2-40B4-BE49-F238E27FC236}">
                <a16:creationId xmlns:a16="http://schemas.microsoft.com/office/drawing/2014/main" id="{9D837BB8-33C5-E34E-B9DD-07AF291488E1}"/>
              </a:ext>
            </a:extLst>
          </p:cNvPr>
          <p:cNvSpPr>
            <a:spLocks noGrp="1"/>
          </p:cNvSpPr>
          <p:nvPr>
            <p:ph type="body" sz="quarter" idx="10"/>
          </p:nvPr>
        </p:nvSpPr>
        <p:spPr>
          <a:xfrm>
            <a:off x="114300" y="901700"/>
            <a:ext cx="10388600" cy="825500"/>
          </a:xfrm>
          <a:prstGeom prst="rect">
            <a:avLst/>
          </a:prstGeom>
        </p:spPr>
        <p:txBody>
          <a:bodyPr/>
          <a:lstStyle>
            <a:lvl1pPr>
              <a:defRPr>
                <a:solidFill>
                  <a:schemeClr val="bg1"/>
                </a:solidFill>
                <a:latin typeface="Muli" pitchFamily="2" charset="77"/>
              </a:defRPr>
            </a:lvl1pPr>
            <a:lvl2pPr>
              <a:defRPr>
                <a:solidFill>
                  <a:schemeClr val="bg1"/>
                </a:solidFill>
                <a:latin typeface="Muli" pitchFamily="2" charset="77"/>
              </a:defRPr>
            </a:lvl2pPr>
            <a:lvl3pPr>
              <a:defRPr>
                <a:solidFill>
                  <a:schemeClr val="bg1"/>
                </a:solidFill>
                <a:latin typeface="Muli" pitchFamily="2" charset="77"/>
              </a:defRPr>
            </a:lvl3pPr>
            <a:lvl4pPr>
              <a:defRPr>
                <a:solidFill>
                  <a:schemeClr val="bg1"/>
                </a:solidFill>
                <a:latin typeface="Muli" pitchFamily="2" charset="77"/>
              </a:defRPr>
            </a:lvl4pPr>
            <a:lvl5pPr>
              <a:defRPr>
                <a:solidFill>
                  <a:schemeClr val="bg1"/>
                </a:solidFill>
                <a:latin typeface="Muli" pitchFamily="2" charset="77"/>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7390037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873" y="752755"/>
            <a:ext cx="10972800" cy="1143000"/>
          </a:xfrm>
          <a:prstGeom prst="rect">
            <a:avLst/>
          </a:prstGeom>
        </p:spPr>
        <p:txBody>
          <a:bodyPr/>
          <a:lstStyle>
            <a:lvl1pPr>
              <a:defRPr sz="3600">
                <a:solidFill>
                  <a:srgbClr val="0265BE"/>
                </a:solidFill>
                <a:latin typeface="Roboto Regular"/>
                <a:cs typeface="Roboto Regular"/>
              </a:defRPr>
            </a:lvl1pPr>
          </a:lstStyle>
          <a:p>
            <a:r>
              <a:rPr lang="en-US" dirty="0"/>
              <a:t>Click to edit Master title style</a:t>
            </a:r>
          </a:p>
        </p:txBody>
      </p:sp>
      <p:sp>
        <p:nvSpPr>
          <p:cNvPr id="3" name="Content Placeholder 2"/>
          <p:cNvSpPr>
            <a:spLocks noGrp="1"/>
          </p:cNvSpPr>
          <p:nvPr>
            <p:ph idx="1"/>
          </p:nvPr>
        </p:nvSpPr>
        <p:spPr>
          <a:xfrm>
            <a:off x="539873" y="2256117"/>
            <a:ext cx="10972800" cy="4280928"/>
          </a:xfrm>
          <a:prstGeom prst="rect">
            <a:avLst/>
          </a:prstGeom>
        </p:spPr>
        <p:txBody>
          <a:bodyPr/>
          <a:lstStyle>
            <a:lvl1pPr>
              <a:defRPr sz="2800">
                <a:latin typeface="Muli" pitchFamily="2" charset="77"/>
                <a:cs typeface="Muli" pitchFamily="2" charset="77"/>
              </a:defRPr>
            </a:lvl1pPr>
            <a:lvl2pPr>
              <a:defRPr b="0" i="0">
                <a:latin typeface="Muli" pitchFamily="2" charset="77"/>
                <a:ea typeface="Roboto Light" pitchFamily="2" charset="0"/>
                <a:cs typeface="Muli" pitchFamily="2" charset="77"/>
              </a:defRPr>
            </a:lvl2pPr>
            <a:lvl3pPr>
              <a:defRPr sz="2400" b="0" i="0">
                <a:latin typeface="Muli" pitchFamily="2" charset="77"/>
                <a:ea typeface="Roboto Light" pitchFamily="2" charset="0"/>
                <a:cs typeface="Muli" pitchFamily="2" charset="77"/>
              </a:defRPr>
            </a:lvl3pPr>
            <a:lvl4pPr>
              <a:defRPr b="0" i="0">
                <a:latin typeface="Muli" pitchFamily="2" charset="77"/>
                <a:ea typeface="Roboto Light" pitchFamily="2" charset="0"/>
                <a:cs typeface="Muli" pitchFamily="2" charset="77"/>
              </a:defRPr>
            </a:lvl4pPr>
            <a:lvl5pPr>
              <a:defRPr b="0" i="0">
                <a:latin typeface="Muli" pitchFamily="2" charset="77"/>
                <a:ea typeface="Roboto Light" pitchFamily="2" charset="0"/>
                <a:cs typeface="Muli" pitchFamily="2"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995CFA89-2EB5-CB47-89F6-13D5D15C2989}"/>
              </a:ext>
            </a:extLst>
          </p:cNvPr>
          <p:cNvSpPr>
            <a:spLocks noGrp="1"/>
          </p:cNvSpPr>
          <p:nvPr>
            <p:ph type="body" sz="quarter" idx="10" hasCustomPrompt="1"/>
          </p:nvPr>
        </p:nvSpPr>
        <p:spPr>
          <a:xfrm>
            <a:off x="0" y="-25400"/>
            <a:ext cx="7272867" cy="392393"/>
          </a:xfrm>
          <a:prstGeom prst="rect">
            <a:avLst/>
          </a:prstGeom>
        </p:spPr>
        <p:txBody>
          <a:bodyPr/>
          <a:lstStyle>
            <a:lvl1pPr marL="0" indent="0">
              <a:buNone/>
              <a:defRPr sz="2400" b="0" i="0">
                <a:solidFill>
                  <a:schemeClr val="bg1"/>
                </a:solidFill>
                <a:latin typeface="Roboto" pitchFamily="2" charset="0"/>
                <a:ea typeface="Roboto" pitchFamily="2" charset="0"/>
              </a:defRPr>
            </a:lvl1pPr>
          </a:lstStyle>
          <a:p>
            <a:pPr lvl="0"/>
            <a:r>
              <a:rPr lang="en-US" b="0" i="0" dirty="0">
                <a:latin typeface="Muli Light" pitchFamily="2" charset="77"/>
              </a:rPr>
              <a:t>Title goes here</a:t>
            </a:r>
            <a:endParaRPr lang="en-US" dirty="0"/>
          </a:p>
        </p:txBody>
      </p:sp>
    </p:spTree>
    <p:extLst>
      <p:ext uri="{BB962C8B-B14F-4D97-AF65-F5344CB8AC3E}">
        <p14:creationId xmlns:p14="http://schemas.microsoft.com/office/powerpoint/2010/main" val="3810423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873" y="752755"/>
            <a:ext cx="10972800" cy="1143000"/>
          </a:xfrm>
          <a:prstGeom prst="rect">
            <a:avLst/>
          </a:prstGeom>
        </p:spPr>
        <p:txBody>
          <a:bodyPr/>
          <a:lstStyle>
            <a:lvl1pPr>
              <a:defRPr sz="3600">
                <a:solidFill>
                  <a:srgbClr val="0265BE"/>
                </a:solidFill>
                <a:latin typeface="Roboto Regular"/>
                <a:cs typeface="Roboto Regular"/>
              </a:defRPr>
            </a:lvl1pPr>
          </a:lstStyle>
          <a:p>
            <a:r>
              <a:rPr lang="en-US" dirty="0"/>
              <a:t>Click to edit Master title style</a:t>
            </a:r>
          </a:p>
        </p:txBody>
      </p:sp>
      <p:sp>
        <p:nvSpPr>
          <p:cNvPr id="3" name="Content Placeholder 2"/>
          <p:cNvSpPr>
            <a:spLocks noGrp="1"/>
          </p:cNvSpPr>
          <p:nvPr>
            <p:ph idx="1"/>
          </p:nvPr>
        </p:nvSpPr>
        <p:spPr>
          <a:xfrm>
            <a:off x="539873" y="2256117"/>
            <a:ext cx="10972800" cy="4280928"/>
          </a:xfrm>
          <a:prstGeom prst="rect">
            <a:avLst/>
          </a:prstGeom>
        </p:spPr>
        <p:txBody>
          <a:bodyPr/>
          <a:lstStyle>
            <a:lvl1pPr>
              <a:defRPr sz="2800">
                <a:latin typeface="Muli" pitchFamily="2" charset="77"/>
                <a:cs typeface="Muli" pitchFamily="2" charset="77"/>
              </a:defRPr>
            </a:lvl1pPr>
            <a:lvl2pPr>
              <a:defRPr b="0" i="0">
                <a:latin typeface="Muli" pitchFamily="2" charset="77"/>
                <a:ea typeface="Roboto Light" pitchFamily="2" charset="0"/>
                <a:cs typeface="Muli" pitchFamily="2" charset="77"/>
              </a:defRPr>
            </a:lvl2pPr>
            <a:lvl3pPr>
              <a:defRPr sz="2400" b="0" i="0">
                <a:latin typeface="Muli" pitchFamily="2" charset="77"/>
                <a:ea typeface="Roboto Light" pitchFamily="2" charset="0"/>
                <a:cs typeface="Muli" pitchFamily="2" charset="77"/>
              </a:defRPr>
            </a:lvl3pPr>
            <a:lvl4pPr>
              <a:defRPr b="0" i="0">
                <a:latin typeface="Muli" pitchFamily="2" charset="77"/>
                <a:ea typeface="Roboto Light" pitchFamily="2" charset="0"/>
                <a:cs typeface="Muli" pitchFamily="2" charset="77"/>
              </a:defRPr>
            </a:lvl4pPr>
            <a:lvl5pPr>
              <a:defRPr b="0" i="0">
                <a:latin typeface="Muli" pitchFamily="2" charset="77"/>
                <a:ea typeface="Roboto Light" pitchFamily="2" charset="0"/>
                <a:cs typeface="Muli" pitchFamily="2"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995CFA89-2EB5-CB47-89F6-13D5D15C2989}"/>
              </a:ext>
            </a:extLst>
          </p:cNvPr>
          <p:cNvSpPr>
            <a:spLocks noGrp="1"/>
          </p:cNvSpPr>
          <p:nvPr>
            <p:ph type="body" sz="quarter" idx="10" hasCustomPrompt="1"/>
          </p:nvPr>
        </p:nvSpPr>
        <p:spPr>
          <a:xfrm>
            <a:off x="0" y="-25400"/>
            <a:ext cx="7272867" cy="392393"/>
          </a:xfrm>
          <a:prstGeom prst="rect">
            <a:avLst/>
          </a:prstGeom>
        </p:spPr>
        <p:txBody>
          <a:bodyPr/>
          <a:lstStyle>
            <a:lvl1pPr marL="0" indent="0">
              <a:buNone/>
              <a:defRPr sz="2400" b="0" i="0">
                <a:solidFill>
                  <a:schemeClr val="bg1"/>
                </a:solidFill>
                <a:latin typeface="Roboto" pitchFamily="2" charset="0"/>
                <a:ea typeface="Roboto" pitchFamily="2" charset="0"/>
              </a:defRPr>
            </a:lvl1pPr>
          </a:lstStyle>
          <a:p>
            <a:pPr lvl="0"/>
            <a:r>
              <a:rPr lang="en-US" b="0" i="0" dirty="0">
                <a:latin typeface="Muli Light" pitchFamily="2" charset="77"/>
              </a:rPr>
              <a:t>Title goes here</a:t>
            </a:r>
            <a:endParaRPr lang="en-US" dirty="0"/>
          </a:p>
        </p:txBody>
      </p:sp>
    </p:spTree>
    <p:extLst>
      <p:ext uri="{BB962C8B-B14F-4D97-AF65-F5344CB8AC3E}">
        <p14:creationId xmlns:p14="http://schemas.microsoft.com/office/powerpoint/2010/main" val="2947475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10/17/2023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4261694"/>
      </p:ext>
    </p:extLst>
  </p:cSld>
  <p:clrMap bg1="lt1" tx1="dk1" bg2="lt2" tx2="dk2" accent1="accent1" accent2="accent2" accent3="accent3" accent4="accent4" accent5="accent5" accent6="accent6" hlink="hlink" folHlink="folHlink"/>
  <p:sldLayoutIdLst>
    <p:sldLayoutId id="2147483716" r:id="rId1"/>
    <p:sldLayoutId id="2147483648" r:id="rId2"/>
    <p:sldLayoutId id="2147483715" r:id="rId3"/>
    <p:sldLayoutId id="2147483720" r:id="rId4"/>
    <p:sldLayoutId id="2147483721"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image" Target="../media/image7.svg"/><Relationship Id="rId11" Type="http://schemas.openxmlformats.org/officeDocument/2006/relationships/image" Target="../media/image12.sv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svg"/><Relationship Id="rId9"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CEBA3B17-FAAD-6BAD-A760-7E16554B7C97}"/>
              </a:ext>
            </a:extLst>
          </p:cNvPr>
          <p:cNvSpPr/>
          <p:nvPr/>
        </p:nvSpPr>
        <p:spPr>
          <a:xfrm>
            <a:off x="122872" y="118104"/>
            <a:ext cx="566928" cy="566928"/>
          </a:xfrm>
          <a:prstGeom prst="ellipse">
            <a:avLst/>
          </a:prstGeom>
          <a:solidFill>
            <a:schemeClr val="bg1"/>
          </a:solidFill>
          <a:ln>
            <a:noFill/>
          </a:ln>
          <a:effectLst>
            <a:outerShdw blurRad="101600" sx="110000" sy="110000" algn="ctr" rotWithShape="0">
              <a:srgbClr val="0066BE">
                <a:alpha val="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F3538BD-01C6-54BE-35D6-32235D8EBE3B}"/>
              </a:ext>
            </a:extLst>
          </p:cNvPr>
          <p:cNvSpPr txBox="1"/>
          <p:nvPr/>
        </p:nvSpPr>
        <p:spPr>
          <a:xfrm>
            <a:off x="694466" y="263068"/>
            <a:ext cx="1888935" cy="276999"/>
          </a:xfrm>
          <a:prstGeom prst="rect">
            <a:avLst/>
          </a:prstGeom>
          <a:noFill/>
        </p:spPr>
        <p:txBody>
          <a:bodyPr wrap="square" rtlCol="0">
            <a:spAutoFit/>
          </a:bodyPr>
          <a:lstStyle/>
          <a:p>
            <a:r>
              <a:rPr lang="en-GB"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rPr>
              <a:t>Survey engine</a:t>
            </a:r>
            <a:endParaRPr lang="en-US"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endParaRPr>
          </a:p>
        </p:txBody>
      </p:sp>
      <p:sp>
        <p:nvSpPr>
          <p:cNvPr id="9" name="TextBox 8">
            <a:extLst>
              <a:ext uri="{FF2B5EF4-FFF2-40B4-BE49-F238E27FC236}">
                <a16:creationId xmlns:a16="http://schemas.microsoft.com/office/drawing/2014/main" id="{723A4E6C-CF24-25FD-4803-A46217F4F42F}"/>
              </a:ext>
            </a:extLst>
          </p:cNvPr>
          <p:cNvSpPr txBox="1"/>
          <p:nvPr/>
        </p:nvSpPr>
        <p:spPr>
          <a:xfrm>
            <a:off x="478416" y="3606299"/>
            <a:ext cx="6630066" cy="1169551"/>
          </a:xfrm>
          <a:prstGeom prst="rect">
            <a:avLst/>
          </a:prstGeom>
          <a:noFill/>
        </p:spPr>
        <p:txBody>
          <a:bodyPr wrap="square">
            <a:spAutoFit/>
          </a:bodyPr>
          <a:lstStyle/>
          <a:p>
            <a:pPr algn="ctr">
              <a:lnSpc>
                <a:spcPct val="150000"/>
              </a:lnSpc>
            </a:pPr>
            <a:r>
              <a:rPr lang="en-GB" sz="1200" dirty="0">
                <a:solidFill>
                  <a:srgbClr val="59748A"/>
                </a:solidFill>
                <a:latin typeface="Roboto" panose="02000000000000000000" pitchFamily="2" charset="0"/>
                <a:ea typeface="Roboto" panose="02000000000000000000" pitchFamily="2" charset="0"/>
              </a:rPr>
              <a:t>Reveal valuable HCP Insights with custom surveys. Create your questions, target specific segments and instantly gain deeper understanding about each HCP by seeing their answers. The survey engine syncs with the CRM data and the email module enables easy resend to non-openers - integrate with AutoMail for efficiency.</a:t>
            </a:r>
            <a:endParaRPr lang="en-US" sz="1200" dirty="0">
              <a:solidFill>
                <a:srgbClr val="59748A"/>
              </a:solidFill>
              <a:latin typeface="Roboto" panose="02000000000000000000" pitchFamily="2" charset="0"/>
              <a:ea typeface="Roboto" panose="02000000000000000000" pitchFamily="2" charset="0"/>
            </a:endParaRPr>
          </a:p>
        </p:txBody>
      </p:sp>
      <p:sp>
        <p:nvSpPr>
          <p:cNvPr id="10" name="TextBox 9">
            <a:extLst>
              <a:ext uri="{FF2B5EF4-FFF2-40B4-BE49-F238E27FC236}">
                <a16:creationId xmlns:a16="http://schemas.microsoft.com/office/drawing/2014/main" id="{2F27BDB6-50B1-E417-F9CD-B5E4F2541FA2}"/>
              </a:ext>
            </a:extLst>
          </p:cNvPr>
          <p:cNvSpPr txBox="1"/>
          <p:nvPr/>
        </p:nvSpPr>
        <p:spPr>
          <a:xfrm>
            <a:off x="2583401" y="3031727"/>
            <a:ext cx="2420096" cy="400110"/>
          </a:xfrm>
          <a:prstGeom prst="rect">
            <a:avLst/>
          </a:prstGeom>
          <a:noFill/>
        </p:spPr>
        <p:txBody>
          <a:bodyPr wrap="square">
            <a:spAutoFit/>
          </a:bodyPr>
          <a:lstStyle/>
          <a:p>
            <a:pPr algn="ctr"/>
            <a:r>
              <a:rPr lang="en-GB" sz="2000" b="1" dirty="0">
                <a:solidFill>
                  <a:srgbClr val="0066BE"/>
                </a:solidFill>
                <a:effectLst/>
                <a:latin typeface="Roboto" panose="02000000000000000000" pitchFamily="2" charset="0"/>
                <a:ea typeface="Roboto" panose="02000000000000000000" pitchFamily="2" charset="0"/>
                <a:cs typeface="Roboto" panose="02000000000000000000" pitchFamily="2" charset="0"/>
              </a:rPr>
              <a:t>Survey engine</a:t>
            </a:r>
            <a:endParaRPr lang="en-US" sz="2000" b="1" dirty="0">
              <a:solidFill>
                <a:srgbClr val="0066BE"/>
              </a:solidFill>
              <a:latin typeface="Roboto" panose="02000000000000000000" pitchFamily="2" charset="0"/>
              <a:ea typeface="Roboto" panose="02000000000000000000" pitchFamily="2" charset="0"/>
              <a:cs typeface="Roboto" panose="02000000000000000000" pitchFamily="2" charset="0"/>
            </a:endParaRPr>
          </a:p>
        </p:txBody>
      </p:sp>
      <p:sp>
        <p:nvSpPr>
          <p:cNvPr id="14" name="TextBox 13">
            <a:extLst>
              <a:ext uri="{FF2B5EF4-FFF2-40B4-BE49-F238E27FC236}">
                <a16:creationId xmlns:a16="http://schemas.microsoft.com/office/drawing/2014/main" id="{6279E2AA-DC64-4F9B-6683-2292E8BFE0C3}"/>
              </a:ext>
            </a:extLst>
          </p:cNvPr>
          <p:cNvSpPr txBox="1"/>
          <p:nvPr/>
        </p:nvSpPr>
        <p:spPr>
          <a:xfrm>
            <a:off x="1148366" y="6063971"/>
            <a:ext cx="1422559" cy="276999"/>
          </a:xfrm>
          <a:prstGeom prst="rect">
            <a:avLst/>
          </a:prstGeom>
          <a:noFill/>
        </p:spPr>
        <p:txBody>
          <a:bodyPr wrap="square" rtlCol="0">
            <a:spAutoFit/>
          </a:bodyPr>
          <a:lstStyle/>
          <a:p>
            <a:r>
              <a:rPr lang="en-GB"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rPr>
              <a:t>Related modules |</a:t>
            </a:r>
            <a:endParaRPr lang="en-US"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endParaRPr>
          </a:p>
        </p:txBody>
      </p:sp>
      <p:sp>
        <p:nvSpPr>
          <p:cNvPr id="21" name="TextBox 20">
            <a:extLst>
              <a:ext uri="{FF2B5EF4-FFF2-40B4-BE49-F238E27FC236}">
                <a16:creationId xmlns:a16="http://schemas.microsoft.com/office/drawing/2014/main" id="{A695D4A5-2730-247B-B4FB-F0B3311F5F45}"/>
              </a:ext>
            </a:extLst>
          </p:cNvPr>
          <p:cNvSpPr txBox="1"/>
          <p:nvPr/>
        </p:nvSpPr>
        <p:spPr>
          <a:xfrm>
            <a:off x="8154186" y="1391463"/>
            <a:ext cx="2024626" cy="400110"/>
          </a:xfrm>
          <a:prstGeom prst="rect">
            <a:avLst/>
          </a:prstGeom>
          <a:noFill/>
        </p:spPr>
        <p:txBody>
          <a:bodyPr wrap="square">
            <a:spAutoFit/>
          </a:bodyPr>
          <a:lstStyle/>
          <a:p>
            <a:r>
              <a:rPr lang="en-GB" sz="2000" b="1" dirty="0">
                <a:solidFill>
                  <a:schemeClr val="bg1"/>
                </a:solidFill>
                <a:effectLst/>
                <a:latin typeface="Roboto" panose="02000000000000000000" pitchFamily="2" charset="0"/>
                <a:ea typeface="Roboto" panose="02000000000000000000" pitchFamily="2" charset="0"/>
                <a:cs typeface="Roboto" panose="02000000000000000000" pitchFamily="2" charset="0"/>
              </a:rPr>
              <a:t>Key Features</a:t>
            </a:r>
            <a:endParaRPr lang="en-US" sz="2000"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2" name="TextBox 21">
            <a:extLst>
              <a:ext uri="{FF2B5EF4-FFF2-40B4-BE49-F238E27FC236}">
                <a16:creationId xmlns:a16="http://schemas.microsoft.com/office/drawing/2014/main" id="{8FB01F8D-0127-6ADD-32D1-5D35DF0218FE}"/>
              </a:ext>
            </a:extLst>
          </p:cNvPr>
          <p:cNvSpPr txBox="1"/>
          <p:nvPr/>
        </p:nvSpPr>
        <p:spPr>
          <a:xfrm>
            <a:off x="8237119" y="1928695"/>
            <a:ext cx="3800688" cy="2490425"/>
          </a:xfrm>
          <a:prstGeom prst="rect">
            <a:avLst/>
          </a:prstGeom>
          <a:noFill/>
        </p:spPr>
        <p:txBody>
          <a:bodyPr wrap="square">
            <a:spAutoFit/>
          </a:bodyPr>
          <a:lstStyle/>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Gain invaluable real-time feedback from your HCPs</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Customise your survey - let your brand shine through at every point</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Integrate into your pages - creating a seamless experience</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Build better data for your AI</a:t>
            </a:r>
            <a:endParaRPr lang="en-US" sz="1200" dirty="0">
              <a:solidFill>
                <a:schemeClr val="bg1"/>
              </a:solidFill>
              <a:latin typeface="Roboto" panose="02000000000000000000" pitchFamily="2" charset="0"/>
              <a:ea typeface="Roboto" panose="02000000000000000000" pitchFamily="2" charset="0"/>
            </a:endParaRPr>
          </a:p>
        </p:txBody>
      </p:sp>
      <p:grpSp>
        <p:nvGrpSpPr>
          <p:cNvPr id="3" name="Group 2">
            <a:extLst>
              <a:ext uri="{FF2B5EF4-FFF2-40B4-BE49-F238E27FC236}">
                <a16:creationId xmlns:a16="http://schemas.microsoft.com/office/drawing/2014/main" id="{BB904FA9-8DF9-2165-4156-BF7EDF58AEE1}"/>
              </a:ext>
            </a:extLst>
          </p:cNvPr>
          <p:cNvGrpSpPr/>
          <p:nvPr/>
        </p:nvGrpSpPr>
        <p:grpSpPr>
          <a:xfrm>
            <a:off x="2537454" y="5870287"/>
            <a:ext cx="676656" cy="658368"/>
            <a:chOff x="4503782" y="3391071"/>
            <a:chExt cx="676656" cy="658368"/>
          </a:xfrm>
        </p:grpSpPr>
        <p:grpSp>
          <p:nvGrpSpPr>
            <p:cNvPr id="5" name="Group 4">
              <a:extLst>
                <a:ext uri="{FF2B5EF4-FFF2-40B4-BE49-F238E27FC236}">
                  <a16:creationId xmlns:a16="http://schemas.microsoft.com/office/drawing/2014/main" id="{47CE38D0-69C1-A7B4-306B-8CF4662DCB53}"/>
                </a:ext>
              </a:extLst>
            </p:cNvPr>
            <p:cNvGrpSpPr/>
            <p:nvPr/>
          </p:nvGrpSpPr>
          <p:grpSpPr>
            <a:xfrm>
              <a:off x="4512926" y="3391071"/>
              <a:ext cx="658368" cy="658368"/>
              <a:chOff x="2717229" y="4899401"/>
              <a:chExt cx="658368" cy="658368"/>
            </a:xfrm>
          </p:grpSpPr>
          <p:sp>
            <p:nvSpPr>
              <p:cNvPr id="8" name="Oval 7">
                <a:extLst>
                  <a:ext uri="{FF2B5EF4-FFF2-40B4-BE49-F238E27FC236}">
                    <a16:creationId xmlns:a16="http://schemas.microsoft.com/office/drawing/2014/main" id="{AC711939-6B27-6CC5-B4C0-99BC21C3A4F7}"/>
                  </a:ext>
                </a:extLst>
              </p:cNvPr>
              <p:cNvSpPr/>
              <p:nvPr/>
            </p:nvSpPr>
            <p:spPr>
              <a:xfrm>
                <a:off x="2753805" y="4935977"/>
                <a:ext cx="585216" cy="585216"/>
              </a:xfrm>
              <a:prstGeom prst="ellipse">
                <a:avLst/>
              </a:prstGeom>
              <a:solidFill>
                <a:srgbClr val="3D48AB"/>
              </a:solidFill>
              <a:ln>
                <a:noFill/>
              </a:ln>
              <a:effectLst>
                <a:outerShdw blurRad="63500" sx="103000" sy="103000" algn="ctr" rotWithShape="0">
                  <a:srgbClr val="3D48AB"/>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3E1BFC28-A021-F9E4-9032-8A8F922F011C}"/>
                  </a:ext>
                </a:extLst>
              </p:cNvPr>
              <p:cNvSpPr/>
              <p:nvPr/>
            </p:nvSpPr>
            <p:spPr>
              <a:xfrm>
                <a:off x="2717229" y="4899401"/>
                <a:ext cx="658368" cy="658368"/>
              </a:xfrm>
              <a:prstGeom prst="ellipse">
                <a:avLst/>
              </a:prstGeom>
              <a:noFill/>
              <a:ln w="6350">
                <a:solidFill>
                  <a:srgbClr val="3D48AB"/>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extBox 5">
              <a:extLst>
                <a:ext uri="{FF2B5EF4-FFF2-40B4-BE49-F238E27FC236}">
                  <a16:creationId xmlns:a16="http://schemas.microsoft.com/office/drawing/2014/main" id="{E17181AD-6C8A-23B7-8985-61E48950A2A6}"/>
                </a:ext>
              </a:extLst>
            </p:cNvPr>
            <p:cNvSpPr txBox="1"/>
            <p:nvPr/>
          </p:nvSpPr>
          <p:spPr>
            <a:xfrm>
              <a:off x="4503782" y="3691767"/>
              <a:ext cx="676656" cy="184666"/>
            </a:xfrm>
            <a:prstGeom prst="rect">
              <a:avLst/>
            </a:prstGeom>
            <a:noFill/>
          </p:spPr>
          <p:txBody>
            <a:bodyPr wrap="square" rtlCol="0">
              <a:spAutoFit/>
            </a:bodyPr>
            <a:lstStyle/>
            <a:p>
              <a:pPr algn="ctr"/>
              <a:r>
                <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Q &amp; Poll</a:t>
              </a:r>
            </a:p>
          </p:txBody>
        </p:sp>
        <p:pic>
          <p:nvPicPr>
            <p:cNvPr id="7" name="Graphic 6">
              <a:extLst>
                <a:ext uri="{FF2B5EF4-FFF2-40B4-BE49-F238E27FC236}">
                  <a16:creationId xmlns:a16="http://schemas.microsoft.com/office/drawing/2014/main" id="{A57E0D9F-DC27-9056-EB6A-CE1CE835550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37466" y="3485005"/>
              <a:ext cx="201168" cy="201168"/>
            </a:xfrm>
            <a:prstGeom prst="rect">
              <a:avLst/>
            </a:prstGeom>
          </p:spPr>
        </p:pic>
      </p:grpSp>
      <p:grpSp>
        <p:nvGrpSpPr>
          <p:cNvPr id="12" name="Group 11">
            <a:extLst>
              <a:ext uri="{FF2B5EF4-FFF2-40B4-BE49-F238E27FC236}">
                <a16:creationId xmlns:a16="http://schemas.microsoft.com/office/drawing/2014/main" id="{5A04716C-9EF4-540F-FF7D-1875517722F1}"/>
              </a:ext>
            </a:extLst>
          </p:cNvPr>
          <p:cNvGrpSpPr/>
          <p:nvPr/>
        </p:nvGrpSpPr>
        <p:grpSpPr>
          <a:xfrm>
            <a:off x="3315917" y="5859688"/>
            <a:ext cx="676656" cy="658368"/>
            <a:chOff x="5926723" y="3391583"/>
            <a:chExt cx="676656" cy="658368"/>
          </a:xfrm>
        </p:grpSpPr>
        <p:grpSp>
          <p:nvGrpSpPr>
            <p:cNvPr id="13" name="Group 12">
              <a:extLst>
                <a:ext uri="{FF2B5EF4-FFF2-40B4-BE49-F238E27FC236}">
                  <a16:creationId xmlns:a16="http://schemas.microsoft.com/office/drawing/2014/main" id="{33F14042-D08D-833F-F8D0-ED32D18BBD23}"/>
                </a:ext>
              </a:extLst>
            </p:cNvPr>
            <p:cNvGrpSpPr/>
            <p:nvPr/>
          </p:nvGrpSpPr>
          <p:grpSpPr>
            <a:xfrm>
              <a:off x="5935867" y="3391583"/>
              <a:ext cx="658368" cy="658368"/>
              <a:chOff x="2717229" y="4899401"/>
              <a:chExt cx="658368" cy="658368"/>
            </a:xfrm>
          </p:grpSpPr>
          <p:sp>
            <p:nvSpPr>
              <p:cNvPr id="17" name="Oval 16">
                <a:extLst>
                  <a:ext uri="{FF2B5EF4-FFF2-40B4-BE49-F238E27FC236}">
                    <a16:creationId xmlns:a16="http://schemas.microsoft.com/office/drawing/2014/main" id="{4FEAF476-8C86-1424-84E8-BC9C8CAA3D3F}"/>
                  </a:ext>
                </a:extLst>
              </p:cNvPr>
              <p:cNvSpPr/>
              <p:nvPr/>
            </p:nvSpPr>
            <p:spPr>
              <a:xfrm>
                <a:off x="2753805" y="4935977"/>
                <a:ext cx="585216" cy="585216"/>
              </a:xfrm>
              <a:prstGeom prst="ellipse">
                <a:avLst/>
              </a:prstGeom>
              <a:solidFill>
                <a:srgbClr val="0066BE"/>
              </a:solidFill>
              <a:ln>
                <a:noFill/>
              </a:ln>
              <a:effectLst>
                <a:outerShdw blurRad="63500" sx="103000" sy="103000" algn="ctr" rotWithShape="0">
                  <a:srgbClr val="0066BE"/>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37274F39-E5E4-0FFC-ABDD-EE906E615507}"/>
                  </a:ext>
                </a:extLst>
              </p:cNvPr>
              <p:cNvSpPr/>
              <p:nvPr/>
            </p:nvSpPr>
            <p:spPr>
              <a:xfrm>
                <a:off x="2717229" y="4899401"/>
                <a:ext cx="658368" cy="658368"/>
              </a:xfrm>
              <a:prstGeom prst="ellipse">
                <a:avLst/>
              </a:prstGeom>
              <a:noFill/>
              <a:ln w="6350">
                <a:solidFill>
                  <a:srgbClr val="0066BE"/>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TextBox 14">
              <a:extLst>
                <a:ext uri="{FF2B5EF4-FFF2-40B4-BE49-F238E27FC236}">
                  <a16:creationId xmlns:a16="http://schemas.microsoft.com/office/drawing/2014/main" id="{44FEB4BC-DF10-6B80-6B69-BD9E7615E612}"/>
                </a:ext>
              </a:extLst>
            </p:cNvPr>
            <p:cNvSpPr txBox="1"/>
            <p:nvPr/>
          </p:nvSpPr>
          <p:spPr>
            <a:xfrm>
              <a:off x="5926723" y="3692279"/>
              <a:ext cx="676656" cy="184666"/>
            </a:xfrm>
            <a:prstGeom prst="rect">
              <a:avLst/>
            </a:prstGeom>
            <a:noFill/>
          </p:spPr>
          <p:txBody>
            <a:bodyPr wrap="square" rtlCol="0">
              <a:spAutoFit/>
            </a:bodyPr>
            <a:lstStyle/>
            <a:p>
              <a:pPr algn="ctr"/>
              <a:r>
                <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Docintel.app</a:t>
              </a:r>
            </a:p>
          </p:txBody>
        </p:sp>
        <p:pic>
          <p:nvPicPr>
            <p:cNvPr id="16" name="Graphic 15">
              <a:extLst>
                <a:ext uri="{FF2B5EF4-FFF2-40B4-BE49-F238E27FC236}">
                  <a16:creationId xmlns:a16="http://schemas.microsoft.com/office/drawing/2014/main" id="{86E4D4E4-534A-5EB6-8475-0AAB3BFD877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64467" y="3475271"/>
              <a:ext cx="201168" cy="201168"/>
            </a:xfrm>
            <a:prstGeom prst="rect">
              <a:avLst/>
            </a:prstGeom>
          </p:spPr>
        </p:pic>
      </p:grpSp>
      <p:grpSp>
        <p:nvGrpSpPr>
          <p:cNvPr id="19" name="Group 18">
            <a:extLst>
              <a:ext uri="{FF2B5EF4-FFF2-40B4-BE49-F238E27FC236}">
                <a16:creationId xmlns:a16="http://schemas.microsoft.com/office/drawing/2014/main" id="{A17DA4C3-DBDC-9A40-D585-AB76D722B28F}"/>
              </a:ext>
            </a:extLst>
          </p:cNvPr>
          <p:cNvGrpSpPr/>
          <p:nvPr/>
        </p:nvGrpSpPr>
        <p:grpSpPr>
          <a:xfrm>
            <a:off x="4112668" y="5870287"/>
            <a:ext cx="676656" cy="658368"/>
            <a:chOff x="6635992" y="3386235"/>
            <a:chExt cx="676656" cy="658368"/>
          </a:xfrm>
        </p:grpSpPr>
        <p:grpSp>
          <p:nvGrpSpPr>
            <p:cNvPr id="20" name="Group 19">
              <a:extLst>
                <a:ext uri="{FF2B5EF4-FFF2-40B4-BE49-F238E27FC236}">
                  <a16:creationId xmlns:a16="http://schemas.microsoft.com/office/drawing/2014/main" id="{286BEF50-79E9-7EEA-27B4-2010F066B0E2}"/>
                </a:ext>
              </a:extLst>
            </p:cNvPr>
            <p:cNvGrpSpPr/>
            <p:nvPr/>
          </p:nvGrpSpPr>
          <p:grpSpPr>
            <a:xfrm>
              <a:off x="6645136" y="3386235"/>
              <a:ext cx="658368" cy="658368"/>
              <a:chOff x="2717229" y="4899401"/>
              <a:chExt cx="658368" cy="658368"/>
            </a:xfrm>
          </p:grpSpPr>
          <p:sp>
            <p:nvSpPr>
              <p:cNvPr id="55" name="Oval 54">
                <a:extLst>
                  <a:ext uri="{FF2B5EF4-FFF2-40B4-BE49-F238E27FC236}">
                    <a16:creationId xmlns:a16="http://schemas.microsoft.com/office/drawing/2014/main" id="{F7B2775C-B650-6082-4FAF-7B2F54DB683C}"/>
                  </a:ext>
                </a:extLst>
              </p:cNvPr>
              <p:cNvSpPr/>
              <p:nvPr/>
            </p:nvSpPr>
            <p:spPr>
              <a:xfrm>
                <a:off x="2753805" y="4935977"/>
                <a:ext cx="585216" cy="585216"/>
              </a:xfrm>
              <a:prstGeom prst="ellipse">
                <a:avLst/>
              </a:prstGeom>
              <a:solidFill>
                <a:srgbClr val="0084BE"/>
              </a:solidFill>
              <a:ln>
                <a:noFill/>
              </a:ln>
              <a:effectLst>
                <a:outerShdw blurRad="63500" sx="103000" sy="103000" algn="ctr" rotWithShape="0">
                  <a:srgbClr val="0084BE"/>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Oval 55">
                <a:extLst>
                  <a:ext uri="{FF2B5EF4-FFF2-40B4-BE49-F238E27FC236}">
                    <a16:creationId xmlns:a16="http://schemas.microsoft.com/office/drawing/2014/main" id="{F51526B7-A780-60A0-C21A-C36823F0EFB4}"/>
                  </a:ext>
                </a:extLst>
              </p:cNvPr>
              <p:cNvSpPr/>
              <p:nvPr/>
            </p:nvSpPr>
            <p:spPr>
              <a:xfrm>
                <a:off x="2717229" y="4899401"/>
                <a:ext cx="658368" cy="658368"/>
              </a:xfrm>
              <a:prstGeom prst="ellipse">
                <a:avLst/>
              </a:prstGeom>
              <a:noFill/>
              <a:ln w="6350">
                <a:solidFill>
                  <a:srgbClr val="0084BE"/>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3" name="TextBox 52">
              <a:extLst>
                <a:ext uri="{FF2B5EF4-FFF2-40B4-BE49-F238E27FC236}">
                  <a16:creationId xmlns:a16="http://schemas.microsoft.com/office/drawing/2014/main" id="{5B85DFB6-F3D9-FD32-B144-60CEDBE3B786}"/>
                </a:ext>
              </a:extLst>
            </p:cNvPr>
            <p:cNvSpPr txBox="1"/>
            <p:nvPr/>
          </p:nvSpPr>
          <p:spPr>
            <a:xfrm>
              <a:off x="6635992" y="3686931"/>
              <a:ext cx="676656" cy="184666"/>
            </a:xfrm>
            <a:prstGeom prst="rect">
              <a:avLst/>
            </a:prstGeom>
            <a:noFill/>
          </p:spPr>
          <p:txBody>
            <a:bodyPr wrap="square" rtlCol="0">
              <a:spAutoFit/>
            </a:bodyPr>
            <a:lstStyle/>
            <a:p>
              <a:pPr algn="ctr"/>
              <a:r>
                <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Email Engine</a:t>
              </a:r>
            </a:p>
          </p:txBody>
        </p:sp>
        <p:pic>
          <p:nvPicPr>
            <p:cNvPr id="54" name="Graphic 53">
              <a:extLst>
                <a:ext uri="{FF2B5EF4-FFF2-40B4-BE49-F238E27FC236}">
                  <a16:creationId xmlns:a16="http://schemas.microsoft.com/office/drawing/2014/main" id="{EA66058A-CF62-A110-5346-4CFD0E15C2A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873145" y="3466746"/>
              <a:ext cx="194231" cy="201168"/>
            </a:xfrm>
            <a:prstGeom prst="rect">
              <a:avLst/>
            </a:prstGeom>
          </p:spPr>
        </p:pic>
      </p:grpSp>
      <p:pic>
        <p:nvPicPr>
          <p:cNvPr id="57" name="Picture 56" descr="A screenshot of a login screen&#10;&#10;Description automatically generated">
            <a:extLst>
              <a:ext uri="{FF2B5EF4-FFF2-40B4-BE49-F238E27FC236}">
                <a16:creationId xmlns:a16="http://schemas.microsoft.com/office/drawing/2014/main" id="{1F09FF0D-EBBC-68CD-9AA7-5C8A56D4B2E0}"/>
              </a:ext>
            </a:extLst>
          </p:cNvPr>
          <p:cNvPicPr>
            <a:picLocks noChangeAspect="1"/>
          </p:cNvPicPr>
          <p:nvPr/>
        </p:nvPicPr>
        <p:blipFill>
          <a:blip r:embed="rId9"/>
          <a:stretch>
            <a:fillRect/>
          </a:stretch>
        </p:blipFill>
        <p:spPr>
          <a:xfrm>
            <a:off x="1715902" y="896882"/>
            <a:ext cx="4077853" cy="1862611"/>
          </a:xfrm>
          <a:prstGeom prst="rect">
            <a:avLst/>
          </a:prstGeom>
        </p:spPr>
      </p:pic>
      <p:pic>
        <p:nvPicPr>
          <p:cNvPr id="58" name="Graphic 57">
            <a:extLst>
              <a:ext uri="{FF2B5EF4-FFF2-40B4-BE49-F238E27FC236}">
                <a16:creationId xmlns:a16="http://schemas.microsoft.com/office/drawing/2014/main" id="{91F02DC9-CFC3-93AD-F499-0BEC56D3513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46316" y="241547"/>
            <a:ext cx="320040" cy="320040"/>
          </a:xfrm>
          <a:prstGeom prst="rect">
            <a:avLst/>
          </a:prstGeom>
        </p:spPr>
      </p:pic>
    </p:spTree>
    <p:extLst>
      <p:ext uri="{BB962C8B-B14F-4D97-AF65-F5344CB8AC3E}">
        <p14:creationId xmlns:p14="http://schemas.microsoft.com/office/powerpoint/2010/main" val="3245204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binar Deck" id="{7A23AA72-971C-E242-B048-39576FC5F3DC}" vid="{A1799C23-9543-3846-A9C6-869377834B9B}"/>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Slides>
  <Notes>0</Notes>
  <HiddenSlides>0</HiddenSlides>
  <MMClips>0</MMClips>
  <ScaleCrop>false</ScaleCrop>
  <HeadingPairs>
    <vt:vector size="4" baseType="variant">
      <vt:variant>
        <vt:lpstr>Theme</vt:lpstr>
      </vt:variant>
      <vt:variant>
        <vt:i4>2</vt:i4>
      </vt:variant>
      <vt:variant>
        <vt:lpstr>Slide Titles</vt:lpstr>
      </vt:variant>
      <vt:variant>
        <vt:i4>1</vt:i4>
      </vt:variant>
    </vt:vector>
  </HeadingPairs>
  <TitlesOfParts>
    <vt:vector size="3" baseType="lpstr">
      <vt:lpstr>office theme</vt:lpstr>
      <vt:lpstr>Custom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6</cp:revision>
  <dcterms:created xsi:type="dcterms:W3CDTF">2013-07-15T20:26:40Z</dcterms:created>
  <dcterms:modified xsi:type="dcterms:W3CDTF">2023-10-17T11:45:01Z</dcterms:modified>
</cp:coreProperties>
</file>