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EBE42-27A0-431A-AA32-69156C349490}" v="1" dt="2023-10-17T12:16:59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476FB6E-FED6-34D6-5BF6-6464FD2ADE21}"/>
              </a:ext>
            </a:extLst>
          </p:cNvPr>
          <p:cNvGrpSpPr/>
          <p:nvPr/>
        </p:nvGrpSpPr>
        <p:grpSpPr>
          <a:xfrm>
            <a:off x="4060093" y="5865432"/>
            <a:ext cx="676656" cy="658368"/>
            <a:chOff x="5073337" y="4958505"/>
            <a:chExt cx="676656" cy="6583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E607BEE-2994-9FC5-3166-6C7AB9E1EF24}"/>
                </a:ext>
              </a:extLst>
            </p:cNvPr>
            <p:cNvGrpSpPr/>
            <p:nvPr/>
          </p:nvGrpSpPr>
          <p:grpSpPr>
            <a:xfrm>
              <a:off x="5082481" y="4958505"/>
              <a:ext cx="658368" cy="658368"/>
              <a:chOff x="2717229" y="4899401"/>
              <a:chExt cx="658368" cy="65836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77BCC64-CE7E-3290-2EFC-B4F079716BF1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D4C0"/>
              </a:solidFill>
              <a:ln>
                <a:noFill/>
              </a:ln>
              <a:effectLst>
                <a:outerShdw blurRad="63500" sx="103000" sy="103000" algn="ctr" rotWithShape="0">
                  <a:srgbClr val="00D4C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2387968-4636-5674-9D15-394D3759B40F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D4C0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DA8B195-CBD0-BDE0-6697-59FE349ACA9C}"/>
                </a:ext>
              </a:extLst>
            </p:cNvPr>
            <p:cNvSpPr txBox="1"/>
            <p:nvPr/>
          </p:nvSpPr>
          <p:spPr>
            <a:xfrm>
              <a:off x="5073337" y="5259201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Automail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24C0EAB-FF2F-7627-6DB3-2A4F6B840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11081" y="5039745"/>
              <a:ext cx="201168" cy="20116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DF1753-C4C8-BAF4-3FD3-41693DEC4DAF}"/>
              </a:ext>
            </a:extLst>
          </p:cNvPr>
          <p:cNvGrpSpPr/>
          <p:nvPr/>
        </p:nvGrpSpPr>
        <p:grpSpPr>
          <a:xfrm>
            <a:off x="3305251" y="5865432"/>
            <a:ext cx="676656" cy="658368"/>
            <a:chOff x="5926723" y="3391583"/>
            <a:chExt cx="676656" cy="65836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CC1ABD-A2B8-4E27-E4D0-FB00EA92590E}"/>
                </a:ext>
              </a:extLst>
            </p:cNvPr>
            <p:cNvGrpSpPr/>
            <p:nvPr/>
          </p:nvGrpSpPr>
          <p:grpSpPr>
            <a:xfrm>
              <a:off x="5935867" y="3391583"/>
              <a:ext cx="658368" cy="658368"/>
              <a:chOff x="2717229" y="4899401"/>
              <a:chExt cx="658368" cy="65836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AF9BC8C-C3FA-4399-2321-C528974ADA62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66BE"/>
              </a:solidFill>
              <a:ln>
                <a:noFill/>
              </a:ln>
              <a:effectLst>
                <a:outerShdw blurRad="63500" sx="103000" sy="103000" algn="ctr" rotWithShape="0">
                  <a:srgbClr val="0066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3C233E3-949F-4647-1AFB-F1E90D874EAC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66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70596A-0013-D2A5-5AA3-6136D7B6586D}"/>
                </a:ext>
              </a:extLst>
            </p:cNvPr>
            <p:cNvSpPr txBox="1"/>
            <p:nvPr/>
          </p:nvSpPr>
          <p:spPr>
            <a:xfrm>
              <a:off x="5926723" y="3692279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Docintel.app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7DDEB23-AFF8-683A-7935-95941855F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64467" y="3475271"/>
              <a:ext cx="201168" cy="20116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89460A-79FA-7C18-91C3-F31A9E92B872}"/>
              </a:ext>
            </a:extLst>
          </p:cNvPr>
          <p:cNvGrpSpPr/>
          <p:nvPr/>
        </p:nvGrpSpPr>
        <p:grpSpPr>
          <a:xfrm>
            <a:off x="2546598" y="5865769"/>
            <a:ext cx="676656" cy="658368"/>
            <a:chOff x="3794956" y="3385401"/>
            <a:chExt cx="676656" cy="65836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671450A-BB7F-FFFE-D105-4867C1F54665}"/>
                </a:ext>
              </a:extLst>
            </p:cNvPr>
            <p:cNvGrpSpPr/>
            <p:nvPr/>
          </p:nvGrpSpPr>
          <p:grpSpPr>
            <a:xfrm>
              <a:off x="3804100" y="3385401"/>
              <a:ext cx="658368" cy="658368"/>
              <a:chOff x="2717229" y="4899401"/>
              <a:chExt cx="658368" cy="658368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80CFEC6-9510-0AEB-0CD4-74636221D3AC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5058AA"/>
              </a:solidFill>
              <a:ln>
                <a:noFill/>
              </a:ln>
              <a:effectLst>
                <a:outerShdw blurRad="63500" sx="103000" sy="103000" algn="ctr" rotWithShape="0">
                  <a:srgbClr val="5058AA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97157B7-E997-CBA6-2B0D-20428AA2381A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5058AA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74F53D9-004C-0FA0-6856-04EE491BD163}"/>
                </a:ext>
              </a:extLst>
            </p:cNvPr>
            <p:cNvSpPr txBox="1"/>
            <p:nvPr/>
          </p:nvSpPr>
          <p:spPr>
            <a:xfrm>
              <a:off x="3794956" y="3686097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Survey Engine</a:t>
              </a: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45245092-F17A-068F-D569-F3B1C9252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27780" y="3487965"/>
              <a:ext cx="201168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Email engine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08792" y="3606299"/>
            <a:ext cx="673196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Personal emails are powerful, they feel like a direct outreach from a trusted source. Our email engine, tailored for the life sciences sector, seamlessly integrates with other modules' data to easily reach an individual or a segment of HCPs. You can even let it monitor a group and automatically email individual follow ups or apply AI-assisted recommendations for new content.</a:t>
            </a: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Saves you time and effort, and simple to use.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Email engine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854476" cy="249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Easy to use - built with life science industry partners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Dynamic SmartLists save you from Excel-hell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Track if HCPs read what you send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&amp; email engagement synced in our CRM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AutoMail add-on for AI-automation and content recommendations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7" name="Picture 56" descr="A screenshot of a computer&#10;&#10;Description automatically generated">
            <a:extLst>
              <a:ext uri="{FF2B5EF4-FFF2-40B4-BE49-F238E27FC236}">
                <a16:creationId xmlns:a16="http://schemas.microsoft.com/office/drawing/2014/main" id="{B276F13D-0155-58AE-EC97-9875401004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9319" y="898121"/>
            <a:ext cx="4673736" cy="1871561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8A9490C-3541-AB4B-7E69-B8F9A09021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6316" y="235832"/>
            <a:ext cx="320040" cy="33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6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</cp:revision>
  <dcterms:created xsi:type="dcterms:W3CDTF">2013-07-15T20:26:40Z</dcterms:created>
  <dcterms:modified xsi:type="dcterms:W3CDTF">2023-10-17T12:17:12Z</dcterms:modified>
</cp:coreProperties>
</file>