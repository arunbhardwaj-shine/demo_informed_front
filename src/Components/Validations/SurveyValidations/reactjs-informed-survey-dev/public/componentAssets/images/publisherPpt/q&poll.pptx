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714" r:id="rId2"/>
  </p:sldMasterIdLst>
  <p:sldIdLst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CFFE462-3DE9-4F2C-AC65-B228A06970BB}" v="2" dt="2023-10-17T11:46:05.42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slide" Target="slides/slide1.xml"/><Relationship Id="rId7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10/17/2023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10/17/2023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10/17/2023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10/17/2023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10/17/2023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10/17/2023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10/17/2023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10/17/2023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10/17/2023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10/17/2023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10/17/2023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19FA3AC-8899-DC44-8ACE-DE70FCE85A10}"/>
              </a:ext>
            </a:extLst>
          </p:cNvPr>
          <p:cNvSpPr/>
          <p:nvPr userDrawn="1"/>
        </p:nvSpPr>
        <p:spPr>
          <a:xfrm>
            <a:off x="-1" y="-12699"/>
            <a:ext cx="11684001" cy="568960"/>
          </a:xfrm>
          <a:prstGeom prst="rect">
            <a:avLst/>
          </a:prstGeom>
          <a:solidFill>
            <a:srgbClr val="1F67B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itle 17">
            <a:extLst>
              <a:ext uri="{FF2B5EF4-FFF2-40B4-BE49-F238E27FC236}">
                <a16:creationId xmlns:a16="http://schemas.microsoft.com/office/drawing/2014/main" id="{64805866-AE00-6147-BF2C-BDEEC0238C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2526" y="9526"/>
            <a:ext cx="10515600" cy="546910"/>
          </a:xfrm>
          <a:prstGeom prst="rect">
            <a:avLst/>
          </a:prstGeom>
        </p:spPr>
        <p:txBody>
          <a:bodyPr/>
          <a:lstStyle>
            <a:lvl1pPr algn="l">
              <a:defRPr sz="3200" b="0" i="0">
                <a:solidFill>
                  <a:schemeClr val="bg1"/>
                </a:solidFill>
                <a:latin typeface="Roboto Light" pitchFamily="2" charset="0"/>
                <a:ea typeface="Roboto Light" pitchFamily="2" charset="0"/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9" name="Text Placeholder 19">
            <a:extLst>
              <a:ext uri="{FF2B5EF4-FFF2-40B4-BE49-F238E27FC236}">
                <a16:creationId xmlns:a16="http://schemas.microsoft.com/office/drawing/2014/main" id="{BE429170-0933-7047-BB5C-5CBA2DD389C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14300" y="901700"/>
            <a:ext cx="10388600" cy="8255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1E69B0"/>
                </a:solidFill>
                <a:latin typeface="Muli" pitchFamily="2" charset="77"/>
              </a:defRPr>
            </a:lvl1pPr>
            <a:lvl2pPr>
              <a:defRPr>
                <a:solidFill>
                  <a:srgbClr val="1E69B0"/>
                </a:solidFill>
                <a:latin typeface="Muli" pitchFamily="2" charset="77"/>
              </a:defRPr>
            </a:lvl2pPr>
            <a:lvl3pPr>
              <a:defRPr>
                <a:solidFill>
                  <a:srgbClr val="1E69B0"/>
                </a:solidFill>
                <a:latin typeface="Muli" pitchFamily="2" charset="77"/>
              </a:defRPr>
            </a:lvl3pPr>
            <a:lvl4pPr>
              <a:defRPr>
                <a:solidFill>
                  <a:srgbClr val="1E69B0"/>
                </a:solidFill>
                <a:latin typeface="Muli" pitchFamily="2" charset="77"/>
              </a:defRPr>
            </a:lvl4pPr>
            <a:lvl5pPr>
              <a:defRPr>
                <a:solidFill>
                  <a:srgbClr val="1E69B0"/>
                </a:solidFill>
                <a:latin typeface="Muli" pitchFamily="2" charset="77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44F52FE-25F1-FB42-BF78-727AE3F5A47F}"/>
              </a:ext>
            </a:extLst>
          </p:cNvPr>
          <p:cNvSpPr/>
          <p:nvPr userDrawn="1"/>
        </p:nvSpPr>
        <p:spPr>
          <a:xfrm>
            <a:off x="11801475" y="901700"/>
            <a:ext cx="390525" cy="241300"/>
          </a:xfrm>
          <a:prstGeom prst="rect">
            <a:avLst/>
          </a:prstGeom>
          <a:solidFill>
            <a:srgbClr val="1F66B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5" name="Graphic 14">
            <a:extLst>
              <a:ext uri="{FF2B5EF4-FFF2-40B4-BE49-F238E27FC236}">
                <a16:creationId xmlns:a16="http://schemas.microsoft.com/office/drawing/2014/main" id="{949DD305-009C-624C-AB17-3DE215394C4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036300" y="-12525"/>
            <a:ext cx="1155700" cy="1155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13274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AF3A82-0C89-6448-899F-3A09AE2B01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510412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bg>
      <p:bgPr>
        <a:solidFill>
          <a:srgbClr val="1E69B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7">
            <a:extLst>
              <a:ext uri="{FF2B5EF4-FFF2-40B4-BE49-F238E27FC236}">
                <a16:creationId xmlns:a16="http://schemas.microsoft.com/office/drawing/2014/main" id="{728F80F8-A82B-CD46-9788-052B09169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2526" y="9526"/>
            <a:ext cx="10515600" cy="546910"/>
          </a:xfrm>
          <a:prstGeom prst="rect">
            <a:avLst/>
          </a:prstGeom>
        </p:spPr>
        <p:txBody>
          <a:bodyPr/>
          <a:lstStyle>
            <a:lvl1pPr algn="l">
              <a:defRPr sz="3200" b="0" i="0">
                <a:solidFill>
                  <a:schemeClr val="bg1"/>
                </a:solidFill>
                <a:latin typeface="Roboto Light" pitchFamily="2" charset="0"/>
                <a:ea typeface="Roboto Light" pitchFamily="2" charset="0"/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4" name="Text Placeholder 19">
            <a:extLst>
              <a:ext uri="{FF2B5EF4-FFF2-40B4-BE49-F238E27FC236}">
                <a16:creationId xmlns:a16="http://schemas.microsoft.com/office/drawing/2014/main" id="{9D837BB8-33C5-E34E-B9DD-07AF291488E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14300" y="901700"/>
            <a:ext cx="10388600" cy="8255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  <a:latin typeface="Muli" pitchFamily="2" charset="77"/>
              </a:defRPr>
            </a:lvl1pPr>
            <a:lvl2pPr>
              <a:defRPr>
                <a:solidFill>
                  <a:schemeClr val="bg1"/>
                </a:solidFill>
                <a:latin typeface="Muli" pitchFamily="2" charset="77"/>
              </a:defRPr>
            </a:lvl2pPr>
            <a:lvl3pPr>
              <a:defRPr>
                <a:solidFill>
                  <a:schemeClr val="bg1"/>
                </a:solidFill>
                <a:latin typeface="Muli" pitchFamily="2" charset="77"/>
              </a:defRPr>
            </a:lvl3pPr>
            <a:lvl4pPr>
              <a:defRPr>
                <a:solidFill>
                  <a:schemeClr val="bg1"/>
                </a:solidFill>
                <a:latin typeface="Muli" pitchFamily="2" charset="77"/>
              </a:defRPr>
            </a:lvl4pPr>
            <a:lvl5pPr>
              <a:defRPr>
                <a:solidFill>
                  <a:schemeClr val="bg1"/>
                </a:solidFill>
                <a:latin typeface="Muli" pitchFamily="2" charset="77"/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3900376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9873" y="752755"/>
            <a:ext cx="10972800" cy="1143000"/>
          </a:xfrm>
          <a:prstGeom prst="rect">
            <a:avLst/>
          </a:prstGeom>
        </p:spPr>
        <p:txBody>
          <a:bodyPr/>
          <a:lstStyle>
            <a:lvl1pPr>
              <a:defRPr sz="3600">
                <a:solidFill>
                  <a:srgbClr val="0265BE"/>
                </a:solidFill>
                <a:latin typeface="Roboto Regular"/>
                <a:cs typeface="Roboto Regular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9873" y="2256117"/>
            <a:ext cx="10972800" cy="4280928"/>
          </a:xfrm>
          <a:prstGeom prst="rect">
            <a:avLst/>
          </a:prstGeom>
        </p:spPr>
        <p:txBody>
          <a:bodyPr/>
          <a:lstStyle>
            <a:lvl1pPr>
              <a:defRPr sz="2800">
                <a:latin typeface="Muli" pitchFamily="2" charset="77"/>
                <a:cs typeface="Muli" pitchFamily="2" charset="77"/>
              </a:defRPr>
            </a:lvl1pPr>
            <a:lvl2pPr>
              <a:defRPr b="0" i="0">
                <a:latin typeface="Muli" pitchFamily="2" charset="77"/>
                <a:ea typeface="Roboto Light" pitchFamily="2" charset="0"/>
                <a:cs typeface="Muli" pitchFamily="2" charset="77"/>
              </a:defRPr>
            </a:lvl2pPr>
            <a:lvl3pPr>
              <a:defRPr sz="2400" b="0" i="0">
                <a:latin typeface="Muli" pitchFamily="2" charset="77"/>
                <a:ea typeface="Roboto Light" pitchFamily="2" charset="0"/>
                <a:cs typeface="Muli" pitchFamily="2" charset="77"/>
              </a:defRPr>
            </a:lvl3pPr>
            <a:lvl4pPr>
              <a:defRPr b="0" i="0">
                <a:latin typeface="Muli" pitchFamily="2" charset="77"/>
                <a:ea typeface="Roboto Light" pitchFamily="2" charset="0"/>
                <a:cs typeface="Muli" pitchFamily="2" charset="77"/>
              </a:defRPr>
            </a:lvl4pPr>
            <a:lvl5pPr>
              <a:defRPr b="0" i="0">
                <a:latin typeface="Muli" pitchFamily="2" charset="77"/>
                <a:ea typeface="Roboto Light" pitchFamily="2" charset="0"/>
                <a:cs typeface="Muli" pitchFamily="2" charset="77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995CFA89-2EB5-CB47-89F6-13D5D15C298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0" y="-25400"/>
            <a:ext cx="7272867" cy="39239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 b="0" i="0">
                <a:solidFill>
                  <a:schemeClr val="bg1"/>
                </a:solidFill>
                <a:latin typeface="Roboto" pitchFamily="2" charset="0"/>
                <a:ea typeface="Roboto" pitchFamily="2" charset="0"/>
              </a:defRPr>
            </a:lvl1pPr>
          </a:lstStyle>
          <a:p>
            <a:pPr lvl="0"/>
            <a:r>
              <a:rPr lang="en-US" b="0" i="0" dirty="0">
                <a:latin typeface="Muli Light" pitchFamily="2" charset="77"/>
              </a:rPr>
              <a:t>Title goes here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104234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9873" y="752755"/>
            <a:ext cx="10972800" cy="1143000"/>
          </a:xfrm>
          <a:prstGeom prst="rect">
            <a:avLst/>
          </a:prstGeom>
        </p:spPr>
        <p:txBody>
          <a:bodyPr/>
          <a:lstStyle>
            <a:lvl1pPr>
              <a:defRPr sz="3600">
                <a:solidFill>
                  <a:srgbClr val="0265BE"/>
                </a:solidFill>
                <a:latin typeface="Roboto Regular"/>
                <a:cs typeface="Roboto Regular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9873" y="2256117"/>
            <a:ext cx="10972800" cy="4280928"/>
          </a:xfrm>
          <a:prstGeom prst="rect">
            <a:avLst/>
          </a:prstGeom>
        </p:spPr>
        <p:txBody>
          <a:bodyPr/>
          <a:lstStyle>
            <a:lvl1pPr>
              <a:defRPr sz="2800">
                <a:latin typeface="Muli" pitchFamily="2" charset="77"/>
                <a:cs typeface="Muli" pitchFamily="2" charset="77"/>
              </a:defRPr>
            </a:lvl1pPr>
            <a:lvl2pPr>
              <a:defRPr b="0" i="0">
                <a:latin typeface="Muli" pitchFamily="2" charset="77"/>
                <a:ea typeface="Roboto Light" pitchFamily="2" charset="0"/>
                <a:cs typeface="Muli" pitchFamily="2" charset="77"/>
              </a:defRPr>
            </a:lvl2pPr>
            <a:lvl3pPr>
              <a:defRPr sz="2400" b="0" i="0">
                <a:latin typeface="Muli" pitchFamily="2" charset="77"/>
                <a:ea typeface="Roboto Light" pitchFamily="2" charset="0"/>
                <a:cs typeface="Muli" pitchFamily="2" charset="77"/>
              </a:defRPr>
            </a:lvl3pPr>
            <a:lvl4pPr>
              <a:defRPr b="0" i="0">
                <a:latin typeface="Muli" pitchFamily="2" charset="77"/>
                <a:ea typeface="Roboto Light" pitchFamily="2" charset="0"/>
                <a:cs typeface="Muli" pitchFamily="2" charset="77"/>
              </a:defRPr>
            </a:lvl4pPr>
            <a:lvl5pPr>
              <a:defRPr b="0" i="0">
                <a:latin typeface="Muli" pitchFamily="2" charset="77"/>
                <a:ea typeface="Roboto Light" pitchFamily="2" charset="0"/>
                <a:cs typeface="Muli" pitchFamily="2" charset="77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995CFA89-2EB5-CB47-89F6-13D5D15C298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0" y="-25400"/>
            <a:ext cx="7272867" cy="39239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 b="0" i="0">
                <a:solidFill>
                  <a:schemeClr val="bg1"/>
                </a:solidFill>
                <a:latin typeface="Roboto" pitchFamily="2" charset="0"/>
                <a:ea typeface="Roboto" pitchFamily="2" charset="0"/>
              </a:defRPr>
            </a:lvl1pPr>
          </a:lstStyle>
          <a:p>
            <a:pPr lvl="0"/>
            <a:r>
              <a:rPr lang="en-US" b="0" i="0" dirty="0">
                <a:latin typeface="Muli Light" pitchFamily="2" charset="77"/>
              </a:rPr>
              <a:t>Title goes here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474759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theme" Target="../theme/theme2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10/17/2023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242616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6" r:id="rId1"/>
    <p:sldLayoutId id="2147483648" r:id="rId2"/>
    <p:sldLayoutId id="2147483715" r:id="rId3"/>
    <p:sldLayoutId id="2147483720" r:id="rId4"/>
    <p:sldLayoutId id="2147483721" r:id="rId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13" Type="http://schemas.openxmlformats.org/officeDocument/2006/relationships/image" Target="../media/image14.sv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12" Type="http://schemas.openxmlformats.org/officeDocument/2006/relationships/image" Target="../media/image13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7.svg"/><Relationship Id="rId11" Type="http://schemas.openxmlformats.org/officeDocument/2006/relationships/image" Target="../media/image12.svg"/><Relationship Id="rId5" Type="http://schemas.openxmlformats.org/officeDocument/2006/relationships/image" Target="../media/image6.png"/><Relationship Id="rId10" Type="http://schemas.openxmlformats.org/officeDocument/2006/relationships/image" Target="../media/image11.png"/><Relationship Id="rId4" Type="http://schemas.openxmlformats.org/officeDocument/2006/relationships/image" Target="../media/image5.svg"/><Relationship Id="rId9" Type="http://schemas.openxmlformats.org/officeDocument/2006/relationships/image" Target="../media/image10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>
            <a:extLst>
              <a:ext uri="{FF2B5EF4-FFF2-40B4-BE49-F238E27FC236}">
                <a16:creationId xmlns:a16="http://schemas.microsoft.com/office/drawing/2014/main" id="{CEBA3B17-FAAD-6BAD-A760-7E16554B7C97}"/>
              </a:ext>
            </a:extLst>
          </p:cNvPr>
          <p:cNvSpPr/>
          <p:nvPr/>
        </p:nvSpPr>
        <p:spPr>
          <a:xfrm>
            <a:off x="122872" y="118104"/>
            <a:ext cx="566928" cy="566928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outerShdw blurRad="101600" sx="110000" sy="110000" algn="ctr" rotWithShape="0">
              <a:srgbClr val="0066BE">
                <a:alpha val="8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F3538BD-01C6-54BE-35D6-32235D8EBE3B}"/>
              </a:ext>
            </a:extLst>
          </p:cNvPr>
          <p:cNvSpPr txBox="1"/>
          <p:nvPr/>
        </p:nvSpPr>
        <p:spPr>
          <a:xfrm>
            <a:off x="694466" y="263068"/>
            <a:ext cx="188893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 err="1">
                <a:solidFill>
                  <a:srgbClr val="A8CBE9"/>
                </a:solidFill>
                <a:latin typeface="Roboto Medium" panose="02000000000000000000" pitchFamily="2" charset="0"/>
                <a:ea typeface="Roboto Medium" panose="02000000000000000000" pitchFamily="2" charset="0"/>
                <a:cs typeface="Roboto Medium" panose="02000000000000000000" pitchFamily="2" charset="0"/>
              </a:rPr>
              <a:t>q&amp;poll</a:t>
            </a:r>
            <a:endParaRPr lang="en-US" sz="1200" dirty="0">
              <a:solidFill>
                <a:srgbClr val="A8CBE9"/>
              </a:solidFill>
              <a:latin typeface="Roboto Medium" panose="02000000000000000000" pitchFamily="2" charset="0"/>
              <a:ea typeface="Roboto Medium" panose="02000000000000000000" pitchFamily="2" charset="0"/>
              <a:cs typeface="Roboto Medium" panose="02000000000000000000" pitchFamily="2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23A4E6C-CF24-25FD-4803-A46217F4F42F}"/>
              </a:ext>
            </a:extLst>
          </p:cNvPr>
          <p:cNvSpPr txBox="1"/>
          <p:nvPr/>
        </p:nvSpPr>
        <p:spPr>
          <a:xfrm>
            <a:off x="478416" y="3606299"/>
            <a:ext cx="6630066" cy="892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GB" sz="1200" dirty="0">
                <a:solidFill>
                  <a:srgbClr val="59748A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Enhance HCP engagement at events. Add polls to presentations for personalised speaker-audience interaction. Immediate Q&amp;A involvement empowers each HCP. Integrating votes and questions into CRM timelines aids post-event personalisation.</a:t>
            </a:r>
            <a:endParaRPr lang="en-US" sz="1200" dirty="0">
              <a:solidFill>
                <a:srgbClr val="59748A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F27BDB6-50B1-E417-F9CD-B5E4F2541FA2}"/>
              </a:ext>
            </a:extLst>
          </p:cNvPr>
          <p:cNvSpPr txBox="1"/>
          <p:nvPr/>
        </p:nvSpPr>
        <p:spPr>
          <a:xfrm>
            <a:off x="2583401" y="3031727"/>
            <a:ext cx="242009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2000" b="1" dirty="0" err="1">
                <a:solidFill>
                  <a:srgbClr val="0066BE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q</a:t>
            </a:r>
            <a:r>
              <a:rPr lang="en-GB" sz="2000" b="1" dirty="0" err="1">
                <a:solidFill>
                  <a:srgbClr val="0066BE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&amp;poll</a:t>
            </a:r>
            <a:endParaRPr lang="en-US" sz="2000" b="1" dirty="0">
              <a:solidFill>
                <a:srgbClr val="0066BE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279E2AA-DC64-4F9B-6683-2292E8BFE0C3}"/>
              </a:ext>
            </a:extLst>
          </p:cNvPr>
          <p:cNvSpPr txBox="1"/>
          <p:nvPr/>
        </p:nvSpPr>
        <p:spPr>
          <a:xfrm>
            <a:off x="1148366" y="6063971"/>
            <a:ext cx="142255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>
                <a:solidFill>
                  <a:srgbClr val="A8CBE9"/>
                </a:solidFill>
                <a:latin typeface="Roboto Medium" panose="02000000000000000000" pitchFamily="2" charset="0"/>
                <a:ea typeface="Roboto Medium" panose="02000000000000000000" pitchFamily="2" charset="0"/>
                <a:cs typeface="Roboto Medium" panose="02000000000000000000" pitchFamily="2" charset="0"/>
              </a:rPr>
              <a:t>Related modules |</a:t>
            </a:r>
            <a:endParaRPr lang="en-US" sz="1200" dirty="0">
              <a:solidFill>
                <a:srgbClr val="A8CBE9"/>
              </a:solidFill>
              <a:latin typeface="Roboto Medium" panose="02000000000000000000" pitchFamily="2" charset="0"/>
              <a:ea typeface="Roboto Medium" panose="02000000000000000000" pitchFamily="2" charset="0"/>
              <a:cs typeface="Roboto Medium" panose="02000000000000000000" pitchFamily="2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695D4A5-2730-247B-B4FB-F0B3311F5F45}"/>
              </a:ext>
            </a:extLst>
          </p:cNvPr>
          <p:cNvSpPr txBox="1"/>
          <p:nvPr/>
        </p:nvSpPr>
        <p:spPr>
          <a:xfrm>
            <a:off x="8154186" y="1391463"/>
            <a:ext cx="202462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000" b="1" dirty="0">
                <a:solidFill>
                  <a:schemeClr val="bg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Key Features</a:t>
            </a:r>
            <a:endParaRPr lang="en-US" sz="2000" b="1" dirty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FB01F8D-0127-6ADD-32D1-5D35DF0218FE}"/>
              </a:ext>
            </a:extLst>
          </p:cNvPr>
          <p:cNvSpPr txBox="1"/>
          <p:nvPr/>
        </p:nvSpPr>
        <p:spPr>
          <a:xfrm>
            <a:off x="8237119" y="1928695"/>
            <a:ext cx="3476465" cy="33111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69863" indent="-169863">
              <a:lnSpc>
                <a:spcPts val="3200"/>
              </a:lnSpc>
              <a:buClr>
                <a:schemeClr val="bg1"/>
              </a:buClr>
              <a:buSzPct val="120000"/>
              <a:buFont typeface="Arial" panose="020B0604020202020204" pitchFamily="34" charset="0"/>
              <a:buChar char="•"/>
            </a:pPr>
            <a:r>
              <a:rPr lang="en-GB" sz="120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Real-time interaction and queries</a:t>
            </a:r>
          </a:p>
          <a:p>
            <a:pPr marL="169863" indent="-169863">
              <a:lnSpc>
                <a:spcPts val="3200"/>
              </a:lnSpc>
              <a:buClr>
                <a:schemeClr val="bg1"/>
              </a:buClr>
              <a:buSzPct val="120000"/>
              <a:buFont typeface="Arial" panose="020B0604020202020204" pitchFamily="34" charset="0"/>
              <a:buChar char="•"/>
            </a:pPr>
            <a:r>
              <a:rPr lang="en-GB" sz="120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Screen questions before they reach the panel</a:t>
            </a:r>
          </a:p>
          <a:p>
            <a:pPr marL="169863" indent="-169863">
              <a:lnSpc>
                <a:spcPts val="3200"/>
              </a:lnSpc>
              <a:buClr>
                <a:schemeClr val="bg1"/>
              </a:buClr>
              <a:buSzPct val="120000"/>
              <a:buFont typeface="Arial" panose="020B0604020202020204" pitchFamily="34" charset="0"/>
              <a:buChar char="•"/>
            </a:pPr>
            <a:r>
              <a:rPr lang="en-GB" sz="120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Get to know your HCPs better (by knowing what’s got them thinking)</a:t>
            </a:r>
          </a:p>
          <a:p>
            <a:pPr marL="169863" indent="-169863">
              <a:lnSpc>
                <a:spcPts val="3200"/>
              </a:lnSpc>
              <a:buClr>
                <a:schemeClr val="bg1"/>
              </a:buClr>
              <a:buSzPct val="120000"/>
              <a:buFont typeface="Arial" panose="020B0604020202020204" pitchFamily="34" charset="0"/>
              <a:buChar char="•"/>
            </a:pPr>
            <a:r>
              <a:rPr lang="en-GB" sz="120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Instantaneous HCP engagement with no interruptions</a:t>
            </a:r>
          </a:p>
          <a:p>
            <a:pPr marL="169863" indent="-169863">
              <a:lnSpc>
                <a:spcPts val="3200"/>
              </a:lnSpc>
              <a:buClr>
                <a:schemeClr val="bg1"/>
              </a:buClr>
              <a:buSzPct val="120000"/>
              <a:buFont typeface="Arial" panose="020B0604020202020204" pitchFamily="34" charset="0"/>
              <a:buChar char="•"/>
            </a:pPr>
            <a:r>
              <a:rPr lang="en-GB" sz="120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Automatically integrate </a:t>
            </a:r>
            <a:r>
              <a:rPr lang="en-GB" sz="1200" dirty="0" err="1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Q&amp;Poll</a:t>
            </a:r>
            <a:r>
              <a:rPr lang="en-GB" sz="120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data and download easily</a:t>
            </a:r>
            <a:endParaRPr lang="en-US" sz="1200" dirty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B3BEF952-D96F-EF01-7CCF-8EA4555E880B}"/>
              </a:ext>
            </a:extLst>
          </p:cNvPr>
          <p:cNvGrpSpPr/>
          <p:nvPr/>
        </p:nvGrpSpPr>
        <p:grpSpPr>
          <a:xfrm>
            <a:off x="4817668" y="5872509"/>
            <a:ext cx="676656" cy="658368"/>
            <a:chOff x="5073337" y="4958505"/>
            <a:chExt cx="676656" cy="658368"/>
          </a:xfrm>
        </p:grpSpPr>
        <p:grpSp>
          <p:nvGrpSpPr>
            <p:cNvPr id="30" name="Group 29">
              <a:extLst>
                <a:ext uri="{FF2B5EF4-FFF2-40B4-BE49-F238E27FC236}">
                  <a16:creationId xmlns:a16="http://schemas.microsoft.com/office/drawing/2014/main" id="{27239465-BF7B-50C6-1628-9C185A4E6D7C}"/>
                </a:ext>
              </a:extLst>
            </p:cNvPr>
            <p:cNvGrpSpPr/>
            <p:nvPr/>
          </p:nvGrpSpPr>
          <p:grpSpPr>
            <a:xfrm>
              <a:off x="5082481" y="4958505"/>
              <a:ext cx="658368" cy="658368"/>
              <a:chOff x="2717229" y="4899401"/>
              <a:chExt cx="658368" cy="658368"/>
            </a:xfrm>
          </p:grpSpPr>
          <p:sp>
            <p:nvSpPr>
              <p:cNvPr id="33" name="Oval 32">
                <a:extLst>
                  <a:ext uri="{FF2B5EF4-FFF2-40B4-BE49-F238E27FC236}">
                    <a16:creationId xmlns:a16="http://schemas.microsoft.com/office/drawing/2014/main" id="{D3C0E614-3239-4556-7FB8-7652B65C3759}"/>
                  </a:ext>
                </a:extLst>
              </p:cNvPr>
              <p:cNvSpPr/>
              <p:nvPr/>
            </p:nvSpPr>
            <p:spPr>
              <a:xfrm>
                <a:off x="2753805" y="4935977"/>
                <a:ext cx="585216" cy="585216"/>
              </a:xfrm>
              <a:prstGeom prst="ellipse">
                <a:avLst/>
              </a:prstGeom>
              <a:solidFill>
                <a:srgbClr val="00D4C0"/>
              </a:solidFill>
              <a:ln>
                <a:noFill/>
              </a:ln>
              <a:effectLst>
                <a:outerShdw blurRad="63500" sx="103000" sy="103000" algn="ctr" rotWithShape="0">
                  <a:srgbClr val="00D4C0"/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34" name="Oval 33">
                <a:extLst>
                  <a:ext uri="{FF2B5EF4-FFF2-40B4-BE49-F238E27FC236}">
                    <a16:creationId xmlns:a16="http://schemas.microsoft.com/office/drawing/2014/main" id="{EAEE0361-07DF-8904-DED1-A3BD4E429A52}"/>
                  </a:ext>
                </a:extLst>
              </p:cNvPr>
              <p:cNvSpPr/>
              <p:nvPr/>
            </p:nvSpPr>
            <p:spPr>
              <a:xfrm>
                <a:off x="2717229" y="4899401"/>
                <a:ext cx="658368" cy="658368"/>
              </a:xfrm>
              <a:prstGeom prst="ellipse">
                <a:avLst/>
              </a:prstGeom>
              <a:noFill/>
              <a:ln w="6350">
                <a:solidFill>
                  <a:srgbClr val="00D4C0"/>
                </a:solidFill>
                <a:prstDash val="dash"/>
                <a:bevel/>
              </a:ln>
              <a:effectLst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EC87BEB5-2FA8-6A0A-F6A1-69DA095A330B}"/>
                </a:ext>
              </a:extLst>
            </p:cNvPr>
            <p:cNvSpPr txBox="1"/>
            <p:nvPr/>
          </p:nvSpPr>
          <p:spPr>
            <a:xfrm>
              <a:off x="5073337" y="5259201"/>
              <a:ext cx="676656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600" dirty="0" err="1">
                  <a:solidFill>
                    <a:schemeClr val="bg1"/>
                  </a:solidFill>
                  <a:latin typeface="Roboto Medium" panose="02000000000000000000" pitchFamily="2" charset="0"/>
                  <a:ea typeface="Roboto Medium" panose="02000000000000000000" pitchFamily="2" charset="0"/>
                  <a:cs typeface="Roboto Medium" panose="02000000000000000000" pitchFamily="2" charset="0"/>
                </a:rPr>
                <a:t>Automail</a:t>
              </a:r>
              <a:endParaRPr lang="en-US" sz="600" dirty="0">
                <a:solidFill>
                  <a:schemeClr val="bg1"/>
                </a:solidFill>
                <a:latin typeface="Roboto Medium" panose="02000000000000000000" pitchFamily="2" charset="0"/>
                <a:ea typeface="Roboto Medium" panose="02000000000000000000" pitchFamily="2" charset="0"/>
                <a:cs typeface="Roboto Medium" panose="02000000000000000000" pitchFamily="2" charset="0"/>
              </a:endParaRPr>
            </a:p>
          </p:txBody>
        </p:sp>
        <p:pic>
          <p:nvPicPr>
            <p:cNvPr id="32" name="Graphic 31">
              <a:extLst>
                <a:ext uri="{FF2B5EF4-FFF2-40B4-BE49-F238E27FC236}">
                  <a16:creationId xmlns:a16="http://schemas.microsoft.com/office/drawing/2014/main" id="{C09F8B03-89C1-41CC-279B-9BC43D6143B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5311081" y="5039745"/>
              <a:ext cx="201168" cy="201168"/>
            </a:xfrm>
            <a:prstGeom prst="rect">
              <a:avLst/>
            </a:prstGeom>
          </p:spPr>
        </p:pic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1781DC61-D201-75BE-3A1A-AF9ADBC38AFE}"/>
              </a:ext>
            </a:extLst>
          </p:cNvPr>
          <p:cNvGrpSpPr/>
          <p:nvPr/>
        </p:nvGrpSpPr>
        <p:grpSpPr>
          <a:xfrm>
            <a:off x="3292333" y="5872509"/>
            <a:ext cx="676656" cy="658368"/>
            <a:chOff x="3081391" y="3371266"/>
            <a:chExt cx="676656" cy="658368"/>
          </a:xfrm>
        </p:grpSpPr>
        <p:grpSp>
          <p:nvGrpSpPr>
            <p:cNvPr id="42" name="Group 41">
              <a:extLst>
                <a:ext uri="{FF2B5EF4-FFF2-40B4-BE49-F238E27FC236}">
                  <a16:creationId xmlns:a16="http://schemas.microsoft.com/office/drawing/2014/main" id="{A087C5A4-8FF3-1A5A-EF5A-E1B2D370DD18}"/>
                </a:ext>
              </a:extLst>
            </p:cNvPr>
            <p:cNvGrpSpPr/>
            <p:nvPr/>
          </p:nvGrpSpPr>
          <p:grpSpPr>
            <a:xfrm>
              <a:off x="3090535" y="3371266"/>
              <a:ext cx="658368" cy="658368"/>
              <a:chOff x="2717229" y="4899401"/>
              <a:chExt cx="658368" cy="658368"/>
            </a:xfrm>
          </p:grpSpPr>
          <p:sp>
            <p:nvSpPr>
              <p:cNvPr id="45" name="Oval 44">
                <a:extLst>
                  <a:ext uri="{FF2B5EF4-FFF2-40B4-BE49-F238E27FC236}">
                    <a16:creationId xmlns:a16="http://schemas.microsoft.com/office/drawing/2014/main" id="{53CB58D9-A56A-33D4-BDA1-B82F7767D8A5}"/>
                  </a:ext>
                </a:extLst>
              </p:cNvPr>
              <p:cNvSpPr/>
              <p:nvPr/>
            </p:nvSpPr>
            <p:spPr>
              <a:xfrm>
                <a:off x="2753805" y="4935977"/>
                <a:ext cx="585216" cy="585216"/>
              </a:xfrm>
              <a:prstGeom prst="ellipse">
                <a:avLst/>
              </a:prstGeom>
              <a:solidFill>
                <a:srgbClr val="8A4E9C"/>
              </a:solidFill>
              <a:ln>
                <a:noFill/>
              </a:ln>
              <a:effectLst>
                <a:outerShdw blurRad="63500" sx="103000" sy="103000" algn="ctr" rotWithShape="0">
                  <a:srgbClr val="8A4E9C"/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46" name="Oval 45">
                <a:extLst>
                  <a:ext uri="{FF2B5EF4-FFF2-40B4-BE49-F238E27FC236}">
                    <a16:creationId xmlns:a16="http://schemas.microsoft.com/office/drawing/2014/main" id="{E0D29595-E598-4FAF-D80E-9E5E379908A6}"/>
                  </a:ext>
                </a:extLst>
              </p:cNvPr>
              <p:cNvSpPr/>
              <p:nvPr/>
            </p:nvSpPr>
            <p:spPr>
              <a:xfrm>
                <a:off x="2717229" y="4899401"/>
                <a:ext cx="658368" cy="658368"/>
              </a:xfrm>
              <a:prstGeom prst="ellipse">
                <a:avLst/>
              </a:prstGeom>
              <a:noFill/>
              <a:ln w="6350">
                <a:solidFill>
                  <a:srgbClr val="8A4E9C"/>
                </a:solidFill>
                <a:prstDash val="dash"/>
                <a:bevel/>
              </a:ln>
              <a:effectLst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E39137B0-6E4B-9AC8-FC90-41395BE67EB5}"/>
                </a:ext>
              </a:extLst>
            </p:cNvPr>
            <p:cNvSpPr txBox="1"/>
            <p:nvPr/>
          </p:nvSpPr>
          <p:spPr>
            <a:xfrm>
              <a:off x="3081391" y="3671962"/>
              <a:ext cx="67665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600" dirty="0">
                  <a:solidFill>
                    <a:schemeClr val="bg1"/>
                  </a:solidFill>
                  <a:latin typeface="Roboto Medium" panose="02000000000000000000" pitchFamily="2" charset="0"/>
                  <a:ea typeface="Roboto Medium" panose="02000000000000000000" pitchFamily="2" charset="0"/>
                  <a:cs typeface="Roboto Medium" panose="02000000000000000000" pitchFamily="2" charset="0"/>
                </a:rPr>
                <a:t>Webinar Portal</a:t>
              </a:r>
            </a:p>
          </p:txBody>
        </p:sp>
        <p:pic>
          <p:nvPicPr>
            <p:cNvPr id="44" name="Graphic 43">
              <a:extLst>
                <a:ext uri="{FF2B5EF4-FFF2-40B4-BE49-F238E27FC236}">
                  <a16:creationId xmlns:a16="http://schemas.microsoft.com/office/drawing/2014/main" id="{24C09701-DF14-E39E-7E75-19961C2D9334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3319135" y="3484929"/>
              <a:ext cx="201168" cy="201168"/>
            </a:xfrm>
            <a:prstGeom prst="rect">
              <a:avLst/>
            </a:prstGeom>
          </p:spPr>
        </p:pic>
      </p:grpSp>
      <p:pic>
        <p:nvPicPr>
          <p:cNvPr id="3" name="Picture 2" descr="A screenshot of a computer&#10;&#10;Description automatically generated">
            <a:extLst>
              <a:ext uri="{FF2B5EF4-FFF2-40B4-BE49-F238E27FC236}">
                <a16:creationId xmlns:a16="http://schemas.microsoft.com/office/drawing/2014/main" id="{E43903FB-581F-76E9-1210-B0DB738D50D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082804" y="893483"/>
            <a:ext cx="3322717" cy="1720692"/>
          </a:xfrm>
          <a:prstGeom prst="rect">
            <a:avLst/>
          </a:prstGeom>
        </p:spPr>
      </p:pic>
      <p:grpSp>
        <p:nvGrpSpPr>
          <p:cNvPr id="5" name="Group 4">
            <a:extLst>
              <a:ext uri="{FF2B5EF4-FFF2-40B4-BE49-F238E27FC236}">
                <a16:creationId xmlns:a16="http://schemas.microsoft.com/office/drawing/2014/main" id="{6874D052-CA87-D19F-9AAA-844052DE1615}"/>
              </a:ext>
            </a:extLst>
          </p:cNvPr>
          <p:cNvGrpSpPr/>
          <p:nvPr/>
        </p:nvGrpSpPr>
        <p:grpSpPr>
          <a:xfrm>
            <a:off x="4054350" y="5872509"/>
            <a:ext cx="676656" cy="658368"/>
            <a:chOff x="3794956" y="3385401"/>
            <a:chExt cx="676656" cy="658368"/>
          </a:xfrm>
        </p:grpSpPr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E1ABCF6D-8A81-A8A4-51E6-2FB85E823C58}"/>
                </a:ext>
              </a:extLst>
            </p:cNvPr>
            <p:cNvGrpSpPr/>
            <p:nvPr/>
          </p:nvGrpSpPr>
          <p:grpSpPr>
            <a:xfrm>
              <a:off x="3804100" y="3385401"/>
              <a:ext cx="658368" cy="658368"/>
              <a:chOff x="2717229" y="4899401"/>
              <a:chExt cx="658368" cy="658368"/>
            </a:xfrm>
          </p:grpSpPr>
          <p:sp>
            <p:nvSpPr>
              <p:cNvPr id="11" name="Oval 10">
                <a:extLst>
                  <a:ext uri="{FF2B5EF4-FFF2-40B4-BE49-F238E27FC236}">
                    <a16:creationId xmlns:a16="http://schemas.microsoft.com/office/drawing/2014/main" id="{8D0A06F6-B371-B7E2-52D4-E4036A9A9753}"/>
                  </a:ext>
                </a:extLst>
              </p:cNvPr>
              <p:cNvSpPr/>
              <p:nvPr/>
            </p:nvSpPr>
            <p:spPr>
              <a:xfrm>
                <a:off x="2753805" y="4935977"/>
                <a:ext cx="585216" cy="585216"/>
              </a:xfrm>
              <a:prstGeom prst="ellipse">
                <a:avLst/>
              </a:prstGeom>
              <a:solidFill>
                <a:srgbClr val="5058AA"/>
              </a:solidFill>
              <a:ln>
                <a:noFill/>
              </a:ln>
              <a:effectLst>
                <a:outerShdw blurRad="63500" sx="103000" sy="103000" algn="ctr" rotWithShape="0">
                  <a:srgbClr val="5058AA"/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2" name="Oval 11">
                <a:extLst>
                  <a:ext uri="{FF2B5EF4-FFF2-40B4-BE49-F238E27FC236}">
                    <a16:creationId xmlns:a16="http://schemas.microsoft.com/office/drawing/2014/main" id="{B3692AE3-BBD6-27A6-79BD-33F687B1E382}"/>
                  </a:ext>
                </a:extLst>
              </p:cNvPr>
              <p:cNvSpPr/>
              <p:nvPr/>
            </p:nvSpPr>
            <p:spPr>
              <a:xfrm>
                <a:off x="2717229" y="4899401"/>
                <a:ext cx="658368" cy="658368"/>
              </a:xfrm>
              <a:prstGeom prst="ellipse">
                <a:avLst/>
              </a:prstGeom>
              <a:noFill/>
              <a:ln w="6350">
                <a:solidFill>
                  <a:srgbClr val="5058AA"/>
                </a:solidFill>
                <a:prstDash val="dash"/>
                <a:bevel/>
              </a:ln>
              <a:effectLst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3EA78CBD-A1FE-C9EB-53B0-215C9374E054}"/>
                </a:ext>
              </a:extLst>
            </p:cNvPr>
            <p:cNvSpPr txBox="1"/>
            <p:nvPr/>
          </p:nvSpPr>
          <p:spPr>
            <a:xfrm>
              <a:off x="3794956" y="3686097"/>
              <a:ext cx="676656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600" dirty="0">
                  <a:solidFill>
                    <a:schemeClr val="bg1"/>
                  </a:solidFill>
                  <a:latin typeface="Roboto Medium" panose="02000000000000000000" pitchFamily="2" charset="0"/>
                  <a:ea typeface="Roboto Medium" panose="02000000000000000000" pitchFamily="2" charset="0"/>
                  <a:cs typeface="Roboto Medium" panose="02000000000000000000" pitchFamily="2" charset="0"/>
                </a:rPr>
                <a:t>Survey Engine</a:t>
              </a:r>
            </a:p>
          </p:txBody>
        </p:sp>
        <p:pic>
          <p:nvPicPr>
            <p:cNvPr id="8" name="Graphic 7">
              <a:extLst>
                <a:ext uri="{FF2B5EF4-FFF2-40B4-BE49-F238E27FC236}">
                  <a16:creationId xmlns:a16="http://schemas.microsoft.com/office/drawing/2014/main" id="{5C3EAAFD-21F6-2117-00A6-8471A4710331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4027780" y="3487965"/>
              <a:ext cx="201168" cy="201168"/>
            </a:xfrm>
            <a:prstGeom prst="rect">
              <a:avLst/>
            </a:prstGeom>
          </p:spPr>
        </p:pic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B5246072-759D-D965-AA6B-507D0B929FA4}"/>
              </a:ext>
            </a:extLst>
          </p:cNvPr>
          <p:cNvGrpSpPr/>
          <p:nvPr/>
        </p:nvGrpSpPr>
        <p:grpSpPr>
          <a:xfrm>
            <a:off x="2539297" y="5872509"/>
            <a:ext cx="676656" cy="658368"/>
            <a:chOff x="2868804" y="4955825"/>
            <a:chExt cx="676656" cy="658368"/>
          </a:xfrm>
        </p:grpSpPr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4E7873EA-0F59-A3BA-5A95-396B3AF23112}"/>
                </a:ext>
              </a:extLst>
            </p:cNvPr>
            <p:cNvGrpSpPr/>
            <p:nvPr/>
          </p:nvGrpSpPr>
          <p:grpSpPr>
            <a:xfrm>
              <a:off x="2880043" y="4955825"/>
              <a:ext cx="658368" cy="658368"/>
              <a:chOff x="2717229" y="4899401"/>
              <a:chExt cx="658368" cy="658368"/>
            </a:xfrm>
          </p:grpSpPr>
          <p:sp>
            <p:nvSpPr>
              <p:cNvPr id="18" name="Oval 17">
                <a:extLst>
                  <a:ext uri="{FF2B5EF4-FFF2-40B4-BE49-F238E27FC236}">
                    <a16:creationId xmlns:a16="http://schemas.microsoft.com/office/drawing/2014/main" id="{494FB740-E0A0-8BF1-8FA9-8FB381B8F00F}"/>
                  </a:ext>
                </a:extLst>
              </p:cNvPr>
              <p:cNvSpPr/>
              <p:nvPr/>
            </p:nvSpPr>
            <p:spPr>
              <a:xfrm>
                <a:off x="2753805" y="4935977"/>
                <a:ext cx="585216" cy="585216"/>
              </a:xfrm>
              <a:prstGeom prst="ellipse">
                <a:avLst/>
              </a:prstGeom>
              <a:solidFill>
                <a:srgbClr val="6E52A2"/>
              </a:solidFill>
              <a:ln>
                <a:noFill/>
              </a:ln>
              <a:effectLst>
                <a:outerShdw blurRad="63500" sx="103000" sy="103000" algn="ctr" rotWithShape="0">
                  <a:srgbClr val="6E52A2"/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9" name="Oval 18">
                <a:extLst>
                  <a:ext uri="{FF2B5EF4-FFF2-40B4-BE49-F238E27FC236}">
                    <a16:creationId xmlns:a16="http://schemas.microsoft.com/office/drawing/2014/main" id="{CCDB88CB-2775-2557-002C-B76E44169F11}"/>
                  </a:ext>
                </a:extLst>
              </p:cNvPr>
              <p:cNvSpPr/>
              <p:nvPr/>
            </p:nvSpPr>
            <p:spPr>
              <a:xfrm>
                <a:off x="2717229" y="4899401"/>
                <a:ext cx="658368" cy="658368"/>
              </a:xfrm>
              <a:prstGeom prst="ellipse">
                <a:avLst/>
              </a:prstGeom>
              <a:noFill/>
              <a:ln w="6350">
                <a:solidFill>
                  <a:srgbClr val="6E52A2"/>
                </a:solidFill>
                <a:prstDash val="dash"/>
                <a:bevel/>
              </a:ln>
              <a:effectLst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6E27D9AC-6FFC-140C-0DC7-6C0E81795491}"/>
                </a:ext>
              </a:extLst>
            </p:cNvPr>
            <p:cNvSpPr txBox="1"/>
            <p:nvPr/>
          </p:nvSpPr>
          <p:spPr>
            <a:xfrm>
              <a:off x="2868804" y="5267884"/>
              <a:ext cx="676656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600" dirty="0">
                  <a:solidFill>
                    <a:schemeClr val="bg1"/>
                  </a:solidFill>
                  <a:latin typeface="Roboto Medium" panose="02000000000000000000" pitchFamily="2" charset="0"/>
                  <a:ea typeface="Roboto Medium" panose="02000000000000000000" pitchFamily="2" charset="0"/>
                  <a:cs typeface="Roboto Medium" panose="02000000000000000000" pitchFamily="2" charset="0"/>
                </a:rPr>
                <a:t>Web Portal</a:t>
              </a:r>
              <a:endParaRPr lang="en-US" sz="600" dirty="0">
                <a:solidFill>
                  <a:schemeClr val="bg1"/>
                </a:solidFill>
                <a:latin typeface="Roboto Medium" panose="02000000000000000000" pitchFamily="2" charset="0"/>
                <a:ea typeface="Roboto Medium" panose="02000000000000000000" pitchFamily="2" charset="0"/>
                <a:cs typeface="Roboto Medium" panose="02000000000000000000" pitchFamily="2" charset="0"/>
              </a:endParaRPr>
            </a:p>
          </p:txBody>
        </p:sp>
        <p:pic>
          <p:nvPicPr>
            <p:cNvPr id="17" name="Graphic 16">
              <a:extLst>
                <a:ext uri="{FF2B5EF4-FFF2-40B4-BE49-F238E27FC236}">
                  <a16:creationId xmlns:a16="http://schemas.microsoft.com/office/drawing/2014/main" id="{C6D7DAF2-3DB3-B3E2-14A1-C01AA4B0F3DA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3106548" y="5055680"/>
              <a:ext cx="201168" cy="201168"/>
            </a:xfrm>
            <a:prstGeom prst="rect">
              <a:avLst/>
            </a:prstGeom>
          </p:spPr>
        </p:pic>
      </p:grpSp>
      <p:pic>
        <p:nvPicPr>
          <p:cNvPr id="20" name="Graphic 19">
            <a:extLst>
              <a:ext uri="{FF2B5EF4-FFF2-40B4-BE49-F238E27FC236}">
                <a16:creationId xmlns:a16="http://schemas.microsoft.com/office/drawing/2014/main" id="{CB1550A6-EC2F-7AB6-50F6-DB788FD74FBF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246316" y="241547"/>
            <a:ext cx="320040" cy="320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081367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ebinar Deck" id="{7A23AA72-971C-E242-B048-39576FC5F3DC}" vid="{A1799C23-9543-3846-A9C6-869377834B9B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2</vt:i4>
      </vt:variant>
      <vt:variant>
        <vt:lpstr>Slide Titles</vt:lpstr>
      </vt:variant>
      <vt:variant>
        <vt:i4>1</vt:i4>
      </vt:variant>
    </vt:vector>
  </HeadingPairs>
  <TitlesOfParts>
    <vt:vector size="3" baseType="lpstr">
      <vt:lpstr>office theme</vt:lpstr>
      <vt:lpstr>Custom Design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/>
  <cp:revision>4</cp:revision>
  <dcterms:created xsi:type="dcterms:W3CDTF">2023-10-17T11:45:55Z</dcterms:created>
  <dcterms:modified xsi:type="dcterms:W3CDTF">2023-10-17T11:46:11Z</dcterms:modified>
</cp:coreProperties>
</file>