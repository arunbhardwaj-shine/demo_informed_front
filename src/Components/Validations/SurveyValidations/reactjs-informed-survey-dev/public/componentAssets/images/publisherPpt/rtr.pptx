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DCC44-FF22-4667-BAF3-C748D20E9D25}" v="1" dt="2023-10-17T10:29:17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Read-Through-Rate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16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Leverage our proprietary Read-Through-Rate metric to gauge the level of engagement. Show your clients which pages are read so they can encourage HCPs to engage more and gain more usage. </a:t>
            </a:r>
            <a:b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GB" sz="1200" b="1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 Knowledge is power - how will you help your clients?</a:t>
            </a:r>
            <a:endParaRPr lang="en-US" sz="1200" b="1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92318" y="2897758"/>
            <a:ext cx="2680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Read-Through-Rate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954881" cy="208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First captures each HCP’s consent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Track every engagement down to each second spend on individual pages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Track HCPs reading on &amp; offline, in browser or in app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True engagement data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0DE62A-22CC-C20D-180A-88D1B5A58876}"/>
              </a:ext>
            </a:extLst>
          </p:cNvPr>
          <p:cNvGrpSpPr/>
          <p:nvPr/>
        </p:nvGrpSpPr>
        <p:grpSpPr>
          <a:xfrm>
            <a:off x="3348042" y="5872509"/>
            <a:ext cx="676656" cy="658368"/>
            <a:chOff x="4328355" y="4958505"/>
            <a:chExt cx="676656" cy="65836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BA3B4F5-BA5B-DDBA-098D-CFBB5527DA2C}"/>
                </a:ext>
              </a:extLst>
            </p:cNvPr>
            <p:cNvGrpSpPr/>
            <p:nvPr/>
          </p:nvGrpSpPr>
          <p:grpSpPr>
            <a:xfrm>
              <a:off x="4342958" y="4958505"/>
              <a:ext cx="658368" cy="658368"/>
              <a:chOff x="2717229" y="4899401"/>
              <a:chExt cx="658368" cy="658368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48B9D0D-3737-7D04-A951-9049ACB174B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A4BF"/>
              </a:solidFill>
              <a:ln>
                <a:noFill/>
              </a:ln>
              <a:effectLst>
                <a:outerShdw blurRad="63500" sx="103000" sy="103000" algn="ctr" rotWithShape="0">
                  <a:srgbClr val="00A4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FF903B2-7884-9F7D-B161-9F3897C6CD37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A4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D04ABD-BEB4-6CB5-19D0-2441566C88C1}"/>
                </a:ext>
              </a:extLst>
            </p:cNvPr>
            <p:cNvSpPr txBox="1"/>
            <p:nvPr/>
          </p:nvSpPr>
          <p:spPr>
            <a:xfrm>
              <a:off x="4328355" y="525756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Consent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C70865A-FFEE-4B00-2E55-BC72DA36B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77718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108184-2BCF-AFCF-51BF-671E455294B4}"/>
              </a:ext>
            </a:extLst>
          </p:cNvPr>
          <p:cNvGrpSpPr/>
          <p:nvPr/>
        </p:nvGrpSpPr>
        <p:grpSpPr>
          <a:xfrm>
            <a:off x="2546598" y="5872509"/>
            <a:ext cx="676656" cy="658368"/>
            <a:chOff x="5926723" y="3391583"/>
            <a:chExt cx="676656" cy="65836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5D4B426-29DC-8CD0-0123-D1F43C6237C1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D380986-88D4-ABD1-5FEC-36E43F2D65FA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1130A89-19B0-C7FC-A55D-2FCAD41621FE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12E229-6DCD-548D-DDF9-596DE111FFBF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794D853-B6AF-A5C9-E1AF-D08CE0D9F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pic>
        <p:nvPicPr>
          <p:cNvPr id="19" name="Picture 18" descr="A screenshot of a browser&#10;&#10;Description automatically generated">
            <a:extLst>
              <a:ext uri="{FF2B5EF4-FFF2-40B4-BE49-F238E27FC236}">
                <a16:creationId xmlns:a16="http://schemas.microsoft.com/office/drawing/2014/main" id="{015B51F5-440E-8A47-8307-2FC04C510B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1275" y="1291662"/>
            <a:ext cx="3062884" cy="1073051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90EE4EC0-8186-9151-F9BF-704DF91BF8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5558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5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</cp:revision>
  <dcterms:created xsi:type="dcterms:W3CDTF">2013-07-15T20:26:40Z</dcterms:created>
  <dcterms:modified xsi:type="dcterms:W3CDTF">2023-10-17T10:29:34Z</dcterms:modified>
</cp:coreProperties>
</file>