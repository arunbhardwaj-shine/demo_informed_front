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14" r:id="rId2"/>
  </p:sldMasterIdLst>
  <p:sldIdLst>
    <p:sldId id="256"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1DF961-4EFD-4D41-8C8F-D66EAF8E4DC0}" v="1" dt="2023-10-17T12:15:16.0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10/17/2023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10/17/2023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10/17/2023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9FA3AC-8899-DC44-8ACE-DE70FCE85A10}"/>
              </a:ext>
            </a:extLst>
          </p:cNvPr>
          <p:cNvSpPr/>
          <p:nvPr userDrawn="1"/>
        </p:nvSpPr>
        <p:spPr>
          <a:xfrm>
            <a:off x="-1" y="-12699"/>
            <a:ext cx="11684001" cy="568960"/>
          </a:xfrm>
          <a:prstGeom prst="rect">
            <a:avLst/>
          </a:prstGeom>
          <a:solidFill>
            <a:srgbClr val="1F67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7">
            <a:extLst>
              <a:ext uri="{FF2B5EF4-FFF2-40B4-BE49-F238E27FC236}">
                <a16:creationId xmlns:a16="http://schemas.microsoft.com/office/drawing/2014/main" id="{64805866-AE00-6147-BF2C-BDEEC0238C1D}"/>
              </a:ext>
            </a:extLst>
          </p:cNvPr>
          <p:cNvSpPr>
            <a:spLocks noGrp="1"/>
          </p:cNvSpPr>
          <p:nvPr>
            <p:ph type="title"/>
          </p:nvPr>
        </p:nvSpPr>
        <p:spPr>
          <a:xfrm>
            <a:off x="-12526" y="9526"/>
            <a:ext cx="10515600" cy="546910"/>
          </a:xfrm>
          <a:prstGeom prst="rect">
            <a:avLst/>
          </a:prstGeom>
        </p:spPr>
        <p:txBody>
          <a:bodyPr/>
          <a:lstStyle>
            <a:lvl1pPr algn="l">
              <a:defRPr sz="3200" b="0" i="0">
                <a:solidFill>
                  <a:schemeClr val="bg1"/>
                </a:solidFill>
                <a:latin typeface="Roboto Light" pitchFamily="2" charset="0"/>
                <a:ea typeface="Roboto Light" pitchFamily="2" charset="0"/>
              </a:defRPr>
            </a:lvl1pPr>
          </a:lstStyle>
          <a:p>
            <a:r>
              <a:rPr lang="en-GB" dirty="0"/>
              <a:t>Click to edit Master title style</a:t>
            </a:r>
            <a:endParaRPr lang="en-US" dirty="0"/>
          </a:p>
        </p:txBody>
      </p:sp>
      <p:sp>
        <p:nvSpPr>
          <p:cNvPr id="9" name="Text Placeholder 19">
            <a:extLst>
              <a:ext uri="{FF2B5EF4-FFF2-40B4-BE49-F238E27FC236}">
                <a16:creationId xmlns:a16="http://schemas.microsoft.com/office/drawing/2014/main" id="{BE429170-0933-7047-BB5C-5CBA2DD389C4}"/>
              </a:ext>
            </a:extLst>
          </p:cNvPr>
          <p:cNvSpPr>
            <a:spLocks noGrp="1"/>
          </p:cNvSpPr>
          <p:nvPr>
            <p:ph type="body" sz="quarter" idx="10"/>
          </p:nvPr>
        </p:nvSpPr>
        <p:spPr>
          <a:xfrm>
            <a:off x="114300" y="901700"/>
            <a:ext cx="10388600" cy="825500"/>
          </a:xfrm>
          <a:prstGeom prst="rect">
            <a:avLst/>
          </a:prstGeom>
        </p:spPr>
        <p:txBody>
          <a:bodyPr/>
          <a:lstStyle>
            <a:lvl1pPr>
              <a:defRPr>
                <a:solidFill>
                  <a:srgbClr val="1E69B0"/>
                </a:solidFill>
                <a:latin typeface="Muli" pitchFamily="2" charset="77"/>
              </a:defRPr>
            </a:lvl1pPr>
            <a:lvl2pPr>
              <a:defRPr>
                <a:solidFill>
                  <a:srgbClr val="1E69B0"/>
                </a:solidFill>
                <a:latin typeface="Muli" pitchFamily="2" charset="77"/>
              </a:defRPr>
            </a:lvl2pPr>
            <a:lvl3pPr>
              <a:defRPr>
                <a:solidFill>
                  <a:srgbClr val="1E69B0"/>
                </a:solidFill>
                <a:latin typeface="Muli" pitchFamily="2" charset="77"/>
              </a:defRPr>
            </a:lvl3pPr>
            <a:lvl4pPr>
              <a:defRPr>
                <a:solidFill>
                  <a:srgbClr val="1E69B0"/>
                </a:solidFill>
                <a:latin typeface="Muli" pitchFamily="2" charset="77"/>
              </a:defRPr>
            </a:lvl4pPr>
            <a:lvl5pPr>
              <a:defRPr>
                <a:solidFill>
                  <a:srgbClr val="1E69B0"/>
                </a:solidFill>
                <a:latin typeface="Muli"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Rectangle 13">
            <a:extLst>
              <a:ext uri="{FF2B5EF4-FFF2-40B4-BE49-F238E27FC236}">
                <a16:creationId xmlns:a16="http://schemas.microsoft.com/office/drawing/2014/main" id="{F44F52FE-25F1-FB42-BF78-727AE3F5A47F}"/>
              </a:ext>
            </a:extLst>
          </p:cNvPr>
          <p:cNvSpPr/>
          <p:nvPr userDrawn="1"/>
        </p:nvSpPr>
        <p:spPr>
          <a:xfrm>
            <a:off x="11801475" y="901700"/>
            <a:ext cx="390525" cy="241300"/>
          </a:xfrm>
          <a:prstGeom prst="rect">
            <a:avLst/>
          </a:prstGeom>
          <a:solidFill>
            <a:srgbClr val="1F66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949DD305-009C-624C-AB17-3DE215394C4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36300" y="-12525"/>
            <a:ext cx="1155700" cy="1155700"/>
          </a:xfrm>
          <a:prstGeom prst="rect">
            <a:avLst/>
          </a:prstGeom>
        </p:spPr>
      </p:pic>
    </p:spTree>
    <p:extLst>
      <p:ext uri="{BB962C8B-B14F-4D97-AF65-F5344CB8AC3E}">
        <p14:creationId xmlns:p14="http://schemas.microsoft.com/office/powerpoint/2010/main" val="2191327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F3A82-0C89-6448-899F-3A09AE2B0128}"/>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Tree>
    <p:extLst>
      <p:ext uri="{BB962C8B-B14F-4D97-AF65-F5344CB8AC3E}">
        <p14:creationId xmlns:p14="http://schemas.microsoft.com/office/powerpoint/2010/main" val="9651041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rgbClr val="1E69B0"/>
        </a:solidFill>
        <a:effectLst/>
      </p:bgPr>
    </p:bg>
    <p:spTree>
      <p:nvGrpSpPr>
        <p:cNvPr id="1" name=""/>
        <p:cNvGrpSpPr/>
        <p:nvPr/>
      </p:nvGrpSpPr>
      <p:grpSpPr>
        <a:xfrm>
          <a:off x="0" y="0"/>
          <a:ext cx="0" cy="0"/>
          <a:chOff x="0" y="0"/>
          <a:chExt cx="0" cy="0"/>
        </a:xfrm>
      </p:grpSpPr>
      <p:sp>
        <p:nvSpPr>
          <p:cNvPr id="3" name="Title 17">
            <a:extLst>
              <a:ext uri="{FF2B5EF4-FFF2-40B4-BE49-F238E27FC236}">
                <a16:creationId xmlns:a16="http://schemas.microsoft.com/office/drawing/2014/main" id="{728F80F8-A82B-CD46-9788-052B0916936A}"/>
              </a:ext>
            </a:extLst>
          </p:cNvPr>
          <p:cNvSpPr>
            <a:spLocks noGrp="1"/>
          </p:cNvSpPr>
          <p:nvPr>
            <p:ph type="title"/>
          </p:nvPr>
        </p:nvSpPr>
        <p:spPr>
          <a:xfrm>
            <a:off x="-12526" y="9526"/>
            <a:ext cx="10515600" cy="546910"/>
          </a:xfrm>
          <a:prstGeom prst="rect">
            <a:avLst/>
          </a:prstGeom>
        </p:spPr>
        <p:txBody>
          <a:bodyPr/>
          <a:lstStyle>
            <a:lvl1pPr algn="l">
              <a:defRPr sz="3200" b="0" i="0">
                <a:solidFill>
                  <a:schemeClr val="bg1"/>
                </a:solidFill>
                <a:latin typeface="Roboto Light" pitchFamily="2" charset="0"/>
                <a:ea typeface="Roboto Light" pitchFamily="2" charset="0"/>
              </a:defRPr>
            </a:lvl1pPr>
          </a:lstStyle>
          <a:p>
            <a:r>
              <a:rPr lang="en-GB" dirty="0"/>
              <a:t>Click to edit Master title style</a:t>
            </a:r>
            <a:endParaRPr lang="en-US" dirty="0"/>
          </a:p>
        </p:txBody>
      </p:sp>
      <p:sp>
        <p:nvSpPr>
          <p:cNvPr id="4" name="Text Placeholder 19">
            <a:extLst>
              <a:ext uri="{FF2B5EF4-FFF2-40B4-BE49-F238E27FC236}">
                <a16:creationId xmlns:a16="http://schemas.microsoft.com/office/drawing/2014/main" id="{9D837BB8-33C5-E34E-B9DD-07AF291488E1}"/>
              </a:ext>
            </a:extLst>
          </p:cNvPr>
          <p:cNvSpPr>
            <a:spLocks noGrp="1"/>
          </p:cNvSpPr>
          <p:nvPr>
            <p:ph type="body" sz="quarter" idx="10"/>
          </p:nvPr>
        </p:nvSpPr>
        <p:spPr>
          <a:xfrm>
            <a:off x="114300" y="901700"/>
            <a:ext cx="10388600" cy="825500"/>
          </a:xfrm>
          <a:prstGeom prst="rect">
            <a:avLst/>
          </a:prstGeom>
        </p:spPr>
        <p:txBody>
          <a:bodyPr/>
          <a:lstStyle>
            <a:lvl1pPr>
              <a:defRPr>
                <a:solidFill>
                  <a:schemeClr val="bg1"/>
                </a:solidFill>
                <a:latin typeface="Muli" pitchFamily="2" charset="77"/>
              </a:defRPr>
            </a:lvl1pPr>
            <a:lvl2pPr>
              <a:defRPr>
                <a:solidFill>
                  <a:schemeClr val="bg1"/>
                </a:solidFill>
                <a:latin typeface="Muli" pitchFamily="2" charset="77"/>
              </a:defRPr>
            </a:lvl2pPr>
            <a:lvl3pPr>
              <a:defRPr>
                <a:solidFill>
                  <a:schemeClr val="bg1"/>
                </a:solidFill>
                <a:latin typeface="Muli" pitchFamily="2" charset="77"/>
              </a:defRPr>
            </a:lvl3pPr>
            <a:lvl4pPr>
              <a:defRPr>
                <a:solidFill>
                  <a:schemeClr val="bg1"/>
                </a:solidFill>
                <a:latin typeface="Muli" pitchFamily="2" charset="77"/>
              </a:defRPr>
            </a:lvl4pPr>
            <a:lvl5pPr>
              <a:defRPr>
                <a:solidFill>
                  <a:schemeClr val="bg1"/>
                </a:solidFill>
                <a:latin typeface="Muli" pitchFamily="2" charset="77"/>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7390037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873" y="752755"/>
            <a:ext cx="10972800" cy="1143000"/>
          </a:xfrm>
          <a:prstGeom prst="rect">
            <a:avLst/>
          </a:prstGeom>
        </p:spPr>
        <p:txBody>
          <a:bodyPr/>
          <a:lstStyle>
            <a:lvl1pPr>
              <a:defRPr sz="3600">
                <a:solidFill>
                  <a:srgbClr val="0265BE"/>
                </a:solidFill>
                <a:latin typeface="Roboto Regular"/>
                <a:cs typeface="Roboto Regular"/>
              </a:defRPr>
            </a:lvl1pPr>
          </a:lstStyle>
          <a:p>
            <a:r>
              <a:rPr lang="en-US" dirty="0"/>
              <a:t>Click to edit Master title style</a:t>
            </a:r>
          </a:p>
        </p:txBody>
      </p:sp>
      <p:sp>
        <p:nvSpPr>
          <p:cNvPr id="3" name="Content Placeholder 2"/>
          <p:cNvSpPr>
            <a:spLocks noGrp="1"/>
          </p:cNvSpPr>
          <p:nvPr>
            <p:ph idx="1"/>
          </p:nvPr>
        </p:nvSpPr>
        <p:spPr>
          <a:xfrm>
            <a:off x="539873" y="2256117"/>
            <a:ext cx="10972800" cy="4280928"/>
          </a:xfrm>
          <a:prstGeom prst="rect">
            <a:avLst/>
          </a:prstGeom>
        </p:spPr>
        <p:txBody>
          <a:bodyPr/>
          <a:lstStyle>
            <a:lvl1pPr>
              <a:defRPr sz="2800">
                <a:latin typeface="Muli" pitchFamily="2" charset="77"/>
                <a:cs typeface="Muli" pitchFamily="2" charset="77"/>
              </a:defRPr>
            </a:lvl1pPr>
            <a:lvl2pPr>
              <a:defRPr b="0" i="0">
                <a:latin typeface="Muli" pitchFamily="2" charset="77"/>
                <a:ea typeface="Roboto Light" pitchFamily="2" charset="0"/>
                <a:cs typeface="Muli" pitchFamily="2" charset="77"/>
              </a:defRPr>
            </a:lvl2pPr>
            <a:lvl3pPr>
              <a:defRPr sz="2400" b="0" i="0">
                <a:latin typeface="Muli" pitchFamily="2" charset="77"/>
                <a:ea typeface="Roboto Light" pitchFamily="2" charset="0"/>
                <a:cs typeface="Muli" pitchFamily="2" charset="77"/>
              </a:defRPr>
            </a:lvl3pPr>
            <a:lvl4pPr>
              <a:defRPr b="0" i="0">
                <a:latin typeface="Muli" pitchFamily="2" charset="77"/>
                <a:ea typeface="Roboto Light" pitchFamily="2" charset="0"/>
                <a:cs typeface="Muli" pitchFamily="2" charset="77"/>
              </a:defRPr>
            </a:lvl4pPr>
            <a:lvl5pPr>
              <a:defRPr b="0" i="0">
                <a:latin typeface="Muli" pitchFamily="2" charset="77"/>
                <a:ea typeface="Roboto Light" pitchFamily="2" charset="0"/>
                <a:cs typeface="Muli" pitchFamily="2"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995CFA89-2EB5-CB47-89F6-13D5D15C2989}"/>
              </a:ext>
            </a:extLst>
          </p:cNvPr>
          <p:cNvSpPr>
            <a:spLocks noGrp="1"/>
          </p:cNvSpPr>
          <p:nvPr>
            <p:ph type="body" sz="quarter" idx="10" hasCustomPrompt="1"/>
          </p:nvPr>
        </p:nvSpPr>
        <p:spPr>
          <a:xfrm>
            <a:off x="0" y="-25400"/>
            <a:ext cx="7272867" cy="392393"/>
          </a:xfrm>
          <a:prstGeom prst="rect">
            <a:avLst/>
          </a:prstGeom>
        </p:spPr>
        <p:txBody>
          <a:bodyPr/>
          <a:lstStyle>
            <a:lvl1pPr marL="0" indent="0">
              <a:buNone/>
              <a:defRPr sz="2400" b="0" i="0">
                <a:solidFill>
                  <a:schemeClr val="bg1"/>
                </a:solidFill>
                <a:latin typeface="Roboto" pitchFamily="2" charset="0"/>
                <a:ea typeface="Roboto" pitchFamily="2" charset="0"/>
              </a:defRPr>
            </a:lvl1pPr>
          </a:lstStyle>
          <a:p>
            <a:pPr lvl="0"/>
            <a:r>
              <a:rPr lang="en-US" b="0" i="0" dirty="0">
                <a:latin typeface="Muli Light" pitchFamily="2" charset="77"/>
              </a:rPr>
              <a:t>Title goes here</a:t>
            </a:r>
            <a:endParaRPr lang="en-US" dirty="0"/>
          </a:p>
        </p:txBody>
      </p:sp>
    </p:spTree>
    <p:extLst>
      <p:ext uri="{BB962C8B-B14F-4D97-AF65-F5344CB8AC3E}">
        <p14:creationId xmlns:p14="http://schemas.microsoft.com/office/powerpoint/2010/main" val="3810423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873" y="752755"/>
            <a:ext cx="10972800" cy="1143000"/>
          </a:xfrm>
          <a:prstGeom prst="rect">
            <a:avLst/>
          </a:prstGeom>
        </p:spPr>
        <p:txBody>
          <a:bodyPr/>
          <a:lstStyle>
            <a:lvl1pPr>
              <a:defRPr sz="3600">
                <a:solidFill>
                  <a:srgbClr val="0265BE"/>
                </a:solidFill>
                <a:latin typeface="Roboto Regular"/>
                <a:cs typeface="Roboto Regular"/>
              </a:defRPr>
            </a:lvl1pPr>
          </a:lstStyle>
          <a:p>
            <a:r>
              <a:rPr lang="en-US" dirty="0"/>
              <a:t>Click to edit Master title style</a:t>
            </a:r>
          </a:p>
        </p:txBody>
      </p:sp>
      <p:sp>
        <p:nvSpPr>
          <p:cNvPr id="3" name="Content Placeholder 2"/>
          <p:cNvSpPr>
            <a:spLocks noGrp="1"/>
          </p:cNvSpPr>
          <p:nvPr>
            <p:ph idx="1"/>
          </p:nvPr>
        </p:nvSpPr>
        <p:spPr>
          <a:xfrm>
            <a:off x="539873" y="2256117"/>
            <a:ext cx="10972800" cy="4280928"/>
          </a:xfrm>
          <a:prstGeom prst="rect">
            <a:avLst/>
          </a:prstGeom>
        </p:spPr>
        <p:txBody>
          <a:bodyPr/>
          <a:lstStyle>
            <a:lvl1pPr>
              <a:defRPr sz="2800">
                <a:latin typeface="Muli" pitchFamily="2" charset="77"/>
                <a:cs typeface="Muli" pitchFamily="2" charset="77"/>
              </a:defRPr>
            </a:lvl1pPr>
            <a:lvl2pPr>
              <a:defRPr b="0" i="0">
                <a:latin typeface="Muli" pitchFamily="2" charset="77"/>
                <a:ea typeface="Roboto Light" pitchFamily="2" charset="0"/>
                <a:cs typeface="Muli" pitchFamily="2" charset="77"/>
              </a:defRPr>
            </a:lvl2pPr>
            <a:lvl3pPr>
              <a:defRPr sz="2400" b="0" i="0">
                <a:latin typeface="Muli" pitchFamily="2" charset="77"/>
                <a:ea typeface="Roboto Light" pitchFamily="2" charset="0"/>
                <a:cs typeface="Muli" pitchFamily="2" charset="77"/>
              </a:defRPr>
            </a:lvl3pPr>
            <a:lvl4pPr>
              <a:defRPr b="0" i="0">
                <a:latin typeface="Muli" pitchFamily="2" charset="77"/>
                <a:ea typeface="Roboto Light" pitchFamily="2" charset="0"/>
                <a:cs typeface="Muli" pitchFamily="2" charset="77"/>
              </a:defRPr>
            </a:lvl4pPr>
            <a:lvl5pPr>
              <a:defRPr b="0" i="0">
                <a:latin typeface="Muli" pitchFamily="2" charset="77"/>
                <a:ea typeface="Roboto Light" pitchFamily="2" charset="0"/>
                <a:cs typeface="Muli" pitchFamily="2"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995CFA89-2EB5-CB47-89F6-13D5D15C2989}"/>
              </a:ext>
            </a:extLst>
          </p:cNvPr>
          <p:cNvSpPr>
            <a:spLocks noGrp="1"/>
          </p:cNvSpPr>
          <p:nvPr>
            <p:ph type="body" sz="quarter" idx="10" hasCustomPrompt="1"/>
          </p:nvPr>
        </p:nvSpPr>
        <p:spPr>
          <a:xfrm>
            <a:off x="0" y="-25400"/>
            <a:ext cx="7272867" cy="392393"/>
          </a:xfrm>
          <a:prstGeom prst="rect">
            <a:avLst/>
          </a:prstGeom>
        </p:spPr>
        <p:txBody>
          <a:bodyPr/>
          <a:lstStyle>
            <a:lvl1pPr marL="0" indent="0">
              <a:buNone/>
              <a:defRPr sz="2400" b="0" i="0">
                <a:solidFill>
                  <a:schemeClr val="bg1"/>
                </a:solidFill>
                <a:latin typeface="Roboto" pitchFamily="2" charset="0"/>
                <a:ea typeface="Roboto" pitchFamily="2" charset="0"/>
              </a:defRPr>
            </a:lvl1pPr>
          </a:lstStyle>
          <a:p>
            <a:pPr lvl="0"/>
            <a:r>
              <a:rPr lang="en-US" b="0" i="0" dirty="0">
                <a:latin typeface="Muli Light" pitchFamily="2" charset="77"/>
              </a:rPr>
              <a:t>Title goes here</a:t>
            </a:r>
            <a:endParaRPr lang="en-US" dirty="0"/>
          </a:p>
        </p:txBody>
      </p:sp>
    </p:spTree>
    <p:extLst>
      <p:ext uri="{BB962C8B-B14F-4D97-AF65-F5344CB8AC3E}">
        <p14:creationId xmlns:p14="http://schemas.microsoft.com/office/powerpoint/2010/main" val="2947475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10/17/2023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4261694"/>
      </p:ext>
    </p:extLst>
  </p:cSld>
  <p:clrMap bg1="lt1" tx1="dk1" bg2="lt2" tx2="dk2" accent1="accent1" accent2="accent2" accent3="accent3" accent4="accent4" accent5="accent5" accent6="accent6" hlink="hlink" folHlink="folHlink"/>
  <p:sldLayoutIdLst>
    <p:sldLayoutId id="2147483716" r:id="rId1"/>
    <p:sldLayoutId id="2147483648" r:id="rId2"/>
    <p:sldLayoutId id="2147483715" r:id="rId3"/>
    <p:sldLayoutId id="2147483720" r:id="rId4"/>
    <p:sldLayoutId id="2147483721"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image" Target="../media/image7.svg"/><Relationship Id="rId11" Type="http://schemas.openxmlformats.org/officeDocument/2006/relationships/image" Target="../media/image12.sv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svg"/><Relationship Id="rId9"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20C70850-46B1-F06B-A872-15ADDB0EB6E2}"/>
              </a:ext>
            </a:extLst>
          </p:cNvPr>
          <p:cNvGrpSpPr/>
          <p:nvPr/>
        </p:nvGrpSpPr>
        <p:grpSpPr>
          <a:xfrm>
            <a:off x="2552061" y="5859688"/>
            <a:ext cx="676656" cy="658368"/>
            <a:chOff x="5926723" y="3391583"/>
            <a:chExt cx="676656" cy="658368"/>
          </a:xfrm>
        </p:grpSpPr>
        <p:grpSp>
          <p:nvGrpSpPr>
            <p:cNvPr id="6" name="Group 5">
              <a:extLst>
                <a:ext uri="{FF2B5EF4-FFF2-40B4-BE49-F238E27FC236}">
                  <a16:creationId xmlns:a16="http://schemas.microsoft.com/office/drawing/2014/main" id="{A06C193C-7E14-4BD0-A94C-A6AB1E8BD709}"/>
                </a:ext>
              </a:extLst>
            </p:cNvPr>
            <p:cNvGrpSpPr/>
            <p:nvPr/>
          </p:nvGrpSpPr>
          <p:grpSpPr>
            <a:xfrm>
              <a:off x="5935867" y="3391583"/>
              <a:ext cx="658368" cy="658368"/>
              <a:chOff x="2717229" y="4899401"/>
              <a:chExt cx="658368" cy="658368"/>
            </a:xfrm>
          </p:grpSpPr>
          <p:sp>
            <p:nvSpPr>
              <p:cNvPr id="11" name="Oval 10">
                <a:extLst>
                  <a:ext uri="{FF2B5EF4-FFF2-40B4-BE49-F238E27FC236}">
                    <a16:creationId xmlns:a16="http://schemas.microsoft.com/office/drawing/2014/main" id="{548BC55F-B742-60A3-6FD5-8A235C31F0AC}"/>
                  </a:ext>
                </a:extLst>
              </p:cNvPr>
              <p:cNvSpPr/>
              <p:nvPr/>
            </p:nvSpPr>
            <p:spPr>
              <a:xfrm>
                <a:off x="2753805" y="4935977"/>
                <a:ext cx="585216" cy="585216"/>
              </a:xfrm>
              <a:prstGeom prst="ellipse">
                <a:avLst/>
              </a:prstGeom>
              <a:solidFill>
                <a:srgbClr val="0066BE"/>
              </a:solidFill>
              <a:ln>
                <a:noFill/>
              </a:ln>
              <a:effectLst>
                <a:outerShdw blurRad="63500" sx="103000" sy="103000" algn="ctr" rotWithShape="0">
                  <a:srgbClr val="0066BE"/>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BBC9A4A3-DF91-5D82-7BB3-DF28618A769F}"/>
                  </a:ext>
                </a:extLst>
              </p:cNvPr>
              <p:cNvSpPr/>
              <p:nvPr/>
            </p:nvSpPr>
            <p:spPr>
              <a:xfrm>
                <a:off x="2717229" y="4899401"/>
                <a:ext cx="658368" cy="658368"/>
              </a:xfrm>
              <a:prstGeom prst="ellipse">
                <a:avLst/>
              </a:prstGeom>
              <a:noFill/>
              <a:ln w="6350">
                <a:solidFill>
                  <a:srgbClr val="0066BE"/>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 name="TextBox 6">
              <a:extLst>
                <a:ext uri="{FF2B5EF4-FFF2-40B4-BE49-F238E27FC236}">
                  <a16:creationId xmlns:a16="http://schemas.microsoft.com/office/drawing/2014/main" id="{C80EB18A-1C71-6F81-139C-909C447EA067}"/>
                </a:ext>
              </a:extLst>
            </p:cNvPr>
            <p:cNvSpPr txBox="1"/>
            <p:nvPr/>
          </p:nvSpPr>
          <p:spPr>
            <a:xfrm>
              <a:off x="5926723" y="3692279"/>
              <a:ext cx="676656" cy="184666"/>
            </a:xfrm>
            <a:prstGeom prst="rect">
              <a:avLst/>
            </a:prstGeom>
            <a:noFill/>
          </p:spPr>
          <p:txBody>
            <a:bodyPr wrap="square" rtlCol="0">
              <a:spAutoFit/>
            </a:bodyPr>
            <a:lstStyle/>
            <a:p>
              <a:pPr algn="ctr"/>
              <a:r>
                <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Docintel.app</a:t>
              </a:r>
            </a:p>
          </p:txBody>
        </p:sp>
        <p:pic>
          <p:nvPicPr>
            <p:cNvPr id="8" name="Graphic 7">
              <a:extLst>
                <a:ext uri="{FF2B5EF4-FFF2-40B4-BE49-F238E27FC236}">
                  <a16:creationId xmlns:a16="http://schemas.microsoft.com/office/drawing/2014/main" id="{9E54BAAE-5C62-B55E-FF25-EA921948322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64467" y="3475271"/>
              <a:ext cx="201168" cy="201168"/>
            </a:xfrm>
            <a:prstGeom prst="rect">
              <a:avLst/>
            </a:prstGeom>
          </p:spPr>
        </p:pic>
      </p:grpSp>
      <p:sp>
        <p:nvSpPr>
          <p:cNvPr id="2" name="Oval 1">
            <a:extLst>
              <a:ext uri="{FF2B5EF4-FFF2-40B4-BE49-F238E27FC236}">
                <a16:creationId xmlns:a16="http://schemas.microsoft.com/office/drawing/2014/main" id="{CEBA3B17-FAAD-6BAD-A760-7E16554B7C97}"/>
              </a:ext>
            </a:extLst>
          </p:cNvPr>
          <p:cNvSpPr/>
          <p:nvPr/>
        </p:nvSpPr>
        <p:spPr>
          <a:xfrm>
            <a:off x="122872" y="118104"/>
            <a:ext cx="566928" cy="566928"/>
          </a:xfrm>
          <a:prstGeom prst="ellipse">
            <a:avLst/>
          </a:prstGeom>
          <a:solidFill>
            <a:schemeClr val="bg1"/>
          </a:solidFill>
          <a:ln>
            <a:noFill/>
          </a:ln>
          <a:effectLst>
            <a:outerShdw blurRad="101600" sx="110000" sy="110000" algn="ctr" rotWithShape="0">
              <a:srgbClr val="0066BE">
                <a:alpha val="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F3538BD-01C6-54BE-35D6-32235D8EBE3B}"/>
              </a:ext>
            </a:extLst>
          </p:cNvPr>
          <p:cNvSpPr txBox="1"/>
          <p:nvPr/>
        </p:nvSpPr>
        <p:spPr>
          <a:xfrm>
            <a:off x="694466" y="263068"/>
            <a:ext cx="1888935" cy="276999"/>
          </a:xfrm>
          <a:prstGeom prst="rect">
            <a:avLst/>
          </a:prstGeom>
          <a:noFill/>
        </p:spPr>
        <p:txBody>
          <a:bodyPr wrap="square" rtlCol="0">
            <a:spAutoFit/>
          </a:bodyPr>
          <a:lstStyle/>
          <a:p>
            <a:r>
              <a:rPr lang="en-GB"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rPr>
              <a:t>inforMedGO</a:t>
            </a:r>
            <a:endParaRPr lang="en-US"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9" name="TextBox 8">
            <a:extLst>
              <a:ext uri="{FF2B5EF4-FFF2-40B4-BE49-F238E27FC236}">
                <a16:creationId xmlns:a16="http://schemas.microsoft.com/office/drawing/2014/main" id="{723A4E6C-CF24-25FD-4803-A46217F4F42F}"/>
              </a:ext>
            </a:extLst>
          </p:cNvPr>
          <p:cNvSpPr txBox="1"/>
          <p:nvPr/>
        </p:nvSpPr>
        <p:spPr>
          <a:xfrm>
            <a:off x="478416" y="3606299"/>
            <a:ext cx="6630066" cy="1171218"/>
          </a:xfrm>
          <a:prstGeom prst="rect">
            <a:avLst/>
          </a:prstGeom>
          <a:noFill/>
        </p:spPr>
        <p:txBody>
          <a:bodyPr wrap="square">
            <a:spAutoFit/>
          </a:bodyPr>
          <a:lstStyle/>
          <a:p>
            <a:pPr algn="ctr">
              <a:lnSpc>
                <a:spcPct val="150000"/>
              </a:lnSpc>
            </a:pPr>
            <a:r>
              <a:rPr lang="en-GB" sz="1200" dirty="0">
                <a:solidFill>
                  <a:srgbClr val="59748A"/>
                </a:solidFill>
                <a:latin typeface="Roboto" panose="02000000000000000000" pitchFamily="2" charset="0"/>
                <a:ea typeface="Roboto" panose="02000000000000000000" pitchFamily="2" charset="0"/>
              </a:rPr>
              <a:t>Streamline rep engagement and consent collection from HCPs. Providing your reps with the entire support materials library on their devices ensures ready resources for personalised conversations. Sharing and securing consent on-the-spot improves compliance and follow-up procedures</a:t>
            </a:r>
            <a:r>
              <a:rPr lang="en-GB" sz="1200" dirty="0">
                <a:effectLst/>
              </a:rPr>
              <a:t>.</a:t>
            </a:r>
            <a:endParaRPr lang="en-US" sz="1200" dirty="0">
              <a:solidFill>
                <a:srgbClr val="59748A"/>
              </a:solidFill>
              <a:latin typeface="Roboto" panose="02000000000000000000" pitchFamily="2" charset="0"/>
              <a:ea typeface="Roboto" panose="02000000000000000000" pitchFamily="2" charset="0"/>
              <a:cs typeface="Roboto" panose="02000000000000000000" pitchFamily="2" charset="0"/>
            </a:endParaRPr>
          </a:p>
        </p:txBody>
      </p:sp>
      <p:sp>
        <p:nvSpPr>
          <p:cNvPr id="10" name="TextBox 9">
            <a:extLst>
              <a:ext uri="{FF2B5EF4-FFF2-40B4-BE49-F238E27FC236}">
                <a16:creationId xmlns:a16="http://schemas.microsoft.com/office/drawing/2014/main" id="{2F27BDB6-50B1-E417-F9CD-B5E4F2541FA2}"/>
              </a:ext>
            </a:extLst>
          </p:cNvPr>
          <p:cNvSpPr txBox="1"/>
          <p:nvPr/>
        </p:nvSpPr>
        <p:spPr>
          <a:xfrm>
            <a:off x="2583401" y="3031727"/>
            <a:ext cx="2420096" cy="400110"/>
          </a:xfrm>
          <a:prstGeom prst="rect">
            <a:avLst/>
          </a:prstGeom>
          <a:noFill/>
        </p:spPr>
        <p:txBody>
          <a:bodyPr wrap="square">
            <a:spAutoFit/>
          </a:bodyPr>
          <a:lstStyle/>
          <a:p>
            <a:pPr algn="ctr"/>
            <a:r>
              <a:rPr lang="en-GB" sz="2000" b="1" dirty="0">
                <a:solidFill>
                  <a:srgbClr val="0066BE"/>
                </a:solidFill>
                <a:effectLst/>
                <a:latin typeface="Roboto" panose="02000000000000000000" pitchFamily="2" charset="0"/>
                <a:ea typeface="Roboto" panose="02000000000000000000" pitchFamily="2" charset="0"/>
                <a:cs typeface="Roboto" panose="02000000000000000000" pitchFamily="2" charset="0"/>
              </a:rPr>
              <a:t>inforMedGO</a:t>
            </a:r>
            <a:endParaRPr lang="en-US" sz="2000" b="1" dirty="0">
              <a:solidFill>
                <a:srgbClr val="0066BE"/>
              </a:solidFill>
              <a:latin typeface="Roboto" panose="02000000000000000000" pitchFamily="2" charset="0"/>
              <a:ea typeface="Roboto" panose="02000000000000000000" pitchFamily="2" charset="0"/>
              <a:cs typeface="Roboto" panose="02000000000000000000" pitchFamily="2" charset="0"/>
            </a:endParaRPr>
          </a:p>
        </p:txBody>
      </p:sp>
      <p:sp>
        <p:nvSpPr>
          <p:cNvPr id="14" name="TextBox 13">
            <a:extLst>
              <a:ext uri="{FF2B5EF4-FFF2-40B4-BE49-F238E27FC236}">
                <a16:creationId xmlns:a16="http://schemas.microsoft.com/office/drawing/2014/main" id="{6279E2AA-DC64-4F9B-6683-2292E8BFE0C3}"/>
              </a:ext>
            </a:extLst>
          </p:cNvPr>
          <p:cNvSpPr txBox="1"/>
          <p:nvPr/>
        </p:nvSpPr>
        <p:spPr>
          <a:xfrm>
            <a:off x="1148366" y="6063971"/>
            <a:ext cx="1422559" cy="276999"/>
          </a:xfrm>
          <a:prstGeom prst="rect">
            <a:avLst/>
          </a:prstGeom>
          <a:noFill/>
        </p:spPr>
        <p:txBody>
          <a:bodyPr wrap="square" rtlCol="0">
            <a:spAutoFit/>
          </a:bodyPr>
          <a:lstStyle/>
          <a:p>
            <a:r>
              <a:rPr lang="en-GB"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rPr>
              <a:t>Related modules |</a:t>
            </a:r>
            <a:endParaRPr lang="en-US"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21" name="TextBox 20">
            <a:extLst>
              <a:ext uri="{FF2B5EF4-FFF2-40B4-BE49-F238E27FC236}">
                <a16:creationId xmlns:a16="http://schemas.microsoft.com/office/drawing/2014/main" id="{A695D4A5-2730-247B-B4FB-F0B3311F5F45}"/>
              </a:ext>
            </a:extLst>
          </p:cNvPr>
          <p:cNvSpPr txBox="1"/>
          <p:nvPr/>
        </p:nvSpPr>
        <p:spPr>
          <a:xfrm>
            <a:off x="8154186" y="1391463"/>
            <a:ext cx="2024626" cy="400110"/>
          </a:xfrm>
          <a:prstGeom prst="rect">
            <a:avLst/>
          </a:prstGeom>
          <a:noFill/>
        </p:spPr>
        <p:txBody>
          <a:bodyPr wrap="square">
            <a:spAutoFit/>
          </a:bodyPr>
          <a:lstStyle/>
          <a:p>
            <a:r>
              <a:rPr lang="en-GB" sz="2000" b="1" dirty="0">
                <a:solidFill>
                  <a:schemeClr val="bg1"/>
                </a:solidFill>
                <a:effectLst/>
                <a:latin typeface="Roboto" panose="02000000000000000000" pitchFamily="2" charset="0"/>
                <a:ea typeface="Roboto" panose="02000000000000000000" pitchFamily="2" charset="0"/>
                <a:cs typeface="Roboto" panose="02000000000000000000" pitchFamily="2" charset="0"/>
              </a:rPr>
              <a:t>Key Features</a:t>
            </a:r>
            <a:endParaRPr lang="en-US" sz="2000"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2" name="TextBox 21">
            <a:extLst>
              <a:ext uri="{FF2B5EF4-FFF2-40B4-BE49-F238E27FC236}">
                <a16:creationId xmlns:a16="http://schemas.microsoft.com/office/drawing/2014/main" id="{8FB01F8D-0127-6ADD-32D1-5D35DF0218FE}"/>
              </a:ext>
            </a:extLst>
          </p:cNvPr>
          <p:cNvSpPr txBox="1"/>
          <p:nvPr/>
        </p:nvSpPr>
        <p:spPr>
          <a:xfrm>
            <a:off x="8237119" y="1928695"/>
            <a:ext cx="3954881" cy="4131900"/>
          </a:xfrm>
          <a:prstGeom prst="rect">
            <a:avLst/>
          </a:prstGeom>
          <a:noFill/>
        </p:spPr>
        <p:txBody>
          <a:bodyPr wrap="square">
            <a:spAutoFit/>
          </a:bodyPr>
          <a:lstStyle/>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Easy to use - become a pro in under 15 minutes</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Give reps control over your entire content collection</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Gather on-the-spot consent - allowing you to send new and engaging content to your HCPs</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Filter content shown by country, product, promotional or marketing</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Send materials via the app, by sales team member, directly to the HCP</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Works seamlessly with SPC engine to ensure compliance</a:t>
            </a:r>
            <a:endParaRPr lang="en-US" sz="1200" dirty="0">
              <a:solidFill>
                <a:schemeClr val="bg1"/>
              </a:solidFill>
              <a:latin typeface="Roboto" panose="02000000000000000000" pitchFamily="2" charset="0"/>
              <a:ea typeface="Roboto" panose="02000000000000000000" pitchFamily="2" charset="0"/>
            </a:endParaRPr>
          </a:p>
        </p:txBody>
      </p:sp>
      <p:grpSp>
        <p:nvGrpSpPr>
          <p:cNvPr id="29" name="Group 28">
            <a:extLst>
              <a:ext uri="{FF2B5EF4-FFF2-40B4-BE49-F238E27FC236}">
                <a16:creationId xmlns:a16="http://schemas.microsoft.com/office/drawing/2014/main" id="{B3BEF952-D96F-EF01-7CCF-8EA4555E880B}"/>
              </a:ext>
            </a:extLst>
          </p:cNvPr>
          <p:cNvGrpSpPr/>
          <p:nvPr/>
        </p:nvGrpSpPr>
        <p:grpSpPr>
          <a:xfrm>
            <a:off x="4840211" y="5872509"/>
            <a:ext cx="676656" cy="658368"/>
            <a:chOff x="5073337" y="4958505"/>
            <a:chExt cx="676656" cy="658368"/>
          </a:xfrm>
        </p:grpSpPr>
        <p:grpSp>
          <p:nvGrpSpPr>
            <p:cNvPr id="30" name="Group 29">
              <a:extLst>
                <a:ext uri="{FF2B5EF4-FFF2-40B4-BE49-F238E27FC236}">
                  <a16:creationId xmlns:a16="http://schemas.microsoft.com/office/drawing/2014/main" id="{27239465-BF7B-50C6-1628-9C185A4E6D7C}"/>
                </a:ext>
              </a:extLst>
            </p:cNvPr>
            <p:cNvGrpSpPr/>
            <p:nvPr/>
          </p:nvGrpSpPr>
          <p:grpSpPr>
            <a:xfrm>
              <a:off x="5082481" y="4958505"/>
              <a:ext cx="658368" cy="658368"/>
              <a:chOff x="2717229" y="4899401"/>
              <a:chExt cx="658368" cy="658368"/>
            </a:xfrm>
          </p:grpSpPr>
          <p:sp>
            <p:nvSpPr>
              <p:cNvPr id="33" name="Oval 32">
                <a:extLst>
                  <a:ext uri="{FF2B5EF4-FFF2-40B4-BE49-F238E27FC236}">
                    <a16:creationId xmlns:a16="http://schemas.microsoft.com/office/drawing/2014/main" id="{D3C0E614-3239-4556-7FB8-7652B65C3759}"/>
                  </a:ext>
                </a:extLst>
              </p:cNvPr>
              <p:cNvSpPr/>
              <p:nvPr/>
            </p:nvSpPr>
            <p:spPr>
              <a:xfrm>
                <a:off x="2753805" y="4935977"/>
                <a:ext cx="585216" cy="585216"/>
              </a:xfrm>
              <a:prstGeom prst="ellipse">
                <a:avLst/>
              </a:prstGeom>
              <a:solidFill>
                <a:srgbClr val="00D4C0"/>
              </a:solidFill>
              <a:ln>
                <a:noFill/>
              </a:ln>
              <a:effectLst>
                <a:outerShdw blurRad="63500" sx="103000" sy="103000" algn="ctr" rotWithShape="0">
                  <a:srgbClr val="00D4C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EAEE0361-07DF-8904-DED1-A3BD4E429A52}"/>
                  </a:ext>
                </a:extLst>
              </p:cNvPr>
              <p:cNvSpPr/>
              <p:nvPr/>
            </p:nvSpPr>
            <p:spPr>
              <a:xfrm>
                <a:off x="2717229" y="4899401"/>
                <a:ext cx="658368" cy="658368"/>
              </a:xfrm>
              <a:prstGeom prst="ellipse">
                <a:avLst/>
              </a:prstGeom>
              <a:noFill/>
              <a:ln w="6350">
                <a:solidFill>
                  <a:srgbClr val="00D4C0"/>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TextBox 30">
              <a:extLst>
                <a:ext uri="{FF2B5EF4-FFF2-40B4-BE49-F238E27FC236}">
                  <a16:creationId xmlns:a16="http://schemas.microsoft.com/office/drawing/2014/main" id="{EC87BEB5-2FA8-6A0A-F6A1-69DA095A330B}"/>
                </a:ext>
              </a:extLst>
            </p:cNvPr>
            <p:cNvSpPr txBox="1"/>
            <p:nvPr/>
          </p:nvSpPr>
          <p:spPr>
            <a:xfrm>
              <a:off x="5073337" y="5259201"/>
              <a:ext cx="676656" cy="184666"/>
            </a:xfrm>
            <a:prstGeom prst="rect">
              <a:avLst/>
            </a:prstGeom>
            <a:noFill/>
          </p:spPr>
          <p:txBody>
            <a:bodyPr wrap="square" rtlCol="0">
              <a:spAutoFit/>
            </a:bodyPr>
            <a:lstStyle/>
            <a:p>
              <a:pPr algn="ctr"/>
              <a:r>
                <a:rPr lang="en-GB" sz="600" dirty="0" err="1">
                  <a:solidFill>
                    <a:schemeClr val="bg1"/>
                  </a:solidFill>
                  <a:latin typeface="Roboto Medium" panose="02000000000000000000" pitchFamily="2" charset="0"/>
                  <a:ea typeface="Roboto Medium" panose="02000000000000000000" pitchFamily="2" charset="0"/>
                  <a:cs typeface="Roboto Medium" panose="02000000000000000000" pitchFamily="2" charset="0"/>
                </a:rPr>
                <a:t>Automail</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32" name="Graphic 31">
              <a:extLst>
                <a:ext uri="{FF2B5EF4-FFF2-40B4-BE49-F238E27FC236}">
                  <a16:creationId xmlns:a16="http://schemas.microsoft.com/office/drawing/2014/main" id="{C09F8B03-89C1-41CC-279B-9BC43D6143B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11081" y="5039745"/>
              <a:ext cx="201168" cy="201168"/>
            </a:xfrm>
            <a:prstGeom prst="rect">
              <a:avLst/>
            </a:prstGeom>
          </p:spPr>
        </p:pic>
      </p:grpSp>
      <p:grpSp>
        <p:nvGrpSpPr>
          <p:cNvPr id="35" name="Group 34">
            <a:extLst>
              <a:ext uri="{FF2B5EF4-FFF2-40B4-BE49-F238E27FC236}">
                <a16:creationId xmlns:a16="http://schemas.microsoft.com/office/drawing/2014/main" id="{C90DE62A-22CC-C20D-180A-88D1B5A58876}"/>
              </a:ext>
            </a:extLst>
          </p:cNvPr>
          <p:cNvGrpSpPr/>
          <p:nvPr/>
        </p:nvGrpSpPr>
        <p:grpSpPr>
          <a:xfrm>
            <a:off x="3318202" y="5872509"/>
            <a:ext cx="676656" cy="658368"/>
            <a:chOff x="4328355" y="4958505"/>
            <a:chExt cx="676656" cy="658368"/>
          </a:xfrm>
        </p:grpSpPr>
        <p:grpSp>
          <p:nvGrpSpPr>
            <p:cNvPr id="36" name="Group 35">
              <a:extLst>
                <a:ext uri="{FF2B5EF4-FFF2-40B4-BE49-F238E27FC236}">
                  <a16:creationId xmlns:a16="http://schemas.microsoft.com/office/drawing/2014/main" id="{8BA3B4F5-BA5B-DDBA-098D-CFBB5527DA2C}"/>
                </a:ext>
              </a:extLst>
            </p:cNvPr>
            <p:cNvGrpSpPr/>
            <p:nvPr/>
          </p:nvGrpSpPr>
          <p:grpSpPr>
            <a:xfrm>
              <a:off x="4342958" y="4958505"/>
              <a:ext cx="658368" cy="658368"/>
              <a:chOff x="2717229" y="4899401"/>
              <a:chExt cx="658368" cy="658368"/>
            </a:xfrm>
          </p:grpSpPr>
          <p:sp>
            <p:nvSpPr>
              <p:cNvPr id="39" name="Oval 38">
                <a:extLst>
                  <a:ext uri="{FF2B5EF4-FFF2-40B4-BE49-F238E27FC236}">
                    <a16:creationId xmlns:a16="http://schemas.microsoft.com/office/drawing/2014/main" id="{D48B9D0D-3737-7D04-A951-9049ACB174B9}"/>
                  </a:ext>
                </a:extLst>
              </p:cNvPr>
              <p:cNvSpPr/>
              <p:nvPr/>
            </p:nvSpPr>
            <p:spPr>
              <a:xfrm>
                <a:off x="2753805" y="4935977"/>
                <a:ext cx="585216" cy="585216"/>
              </a:xfrm>
              <a:prstGeom prst="ellipse">
                <a:avLst/>
              </a:prstGeom>
              <a:solidFill>
                <a:srgbClr val="00A4BF"/>
              </a:solidFill>
              <a:ln>
                <a:noFill/>
              </a:ln>
              <a:effectLst>
                <a:outerShdw blurRad="63500" sx="103000" sy="103000" algn="ctr" rotWithShape="0">
                  <a:srgbClr val="00A4BF"/>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Oval 39">
                <a:extLst>
                  <a:ext uri="{FF2B5EF4-FFF2-40B4-BE49-F238E27FC236}">
                    <a16:creationId xmlns:a16="http://schemas.microsoft.com/office/drawing/2014/main" id="{AFF903B2-7884-9F7D-B161-9F3897C6CD37}"/>
                  </a:ext>
                </a:extLst>
              </p:cNvPr>
              <p:cNvSpPr/>
              <p:nvPr/>
            </p:nvSpPr>
            <p:spPr>
              <a:xfrm>
                <a:off x="2717229" y="4899401"/>
                <a:ext cx="658368" cy="658368"/>
              </a:xfrm>
              <a:prstGeom prst="ellipse">
                <a:avLst/>
              </a:prstGeom>
              <a:noFill/>
              <a:ln w="6350">
                <a:solidFill>
                  <a:srgbClr val="00A4BF"/>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TextBox 36">
              <a:extLst>
                <a:ext uri="{FF2B5EF4-FFF2-40B4-BE49-F238E27FC236}">
                  <a16:creationId xmlns:a16="http://schemas.microsoft.com/office/drawing/2014/main" id="{20D04ABD-BEB4-6CB5-19D0-2441566C88C1}"/>
                </a:ext>
              </a:extLst>
            </p:cNvPr>
            <p:cNvSpPr txBox="1"/>
            <p:nvPr/>
          </p:nvSpPr>
          <p:spPr>
            <a:xfrm>
              <a:off x="4328355" y="5257564"/>
              <a:ext cx="676656" cy="184666"/>
            </a:xfrm>
            <a:prstGeom prst="rect">
              <a:avLst/>
            </a:prstGeom>
            <a:noFill/>
          </p:spPr>
          <p:txBody>
            <a:bodyPr wrap="square" rtlCol="0">
              <a:spAutoFit/>
            </a:bodyPr>
            <a:lstStyle/>
            <a:p>
              <a:pPr algn="ctr"/>
              <a:r>
                <a:rPr lang="en-GB"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Consent</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38" name="Graphic 37">
              <a:extLst>
                <a:ext uri="{FF2B5EF4-FFF2-40B4-BE49-F238E27FC236}">
                  <a16:creationId xmlns:a16="http://schemas.microsoft.com/office/drawing/2014/main" id="{0C70865A-FFEE-4B00-2E55-BC72DA36B4A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77718" y="5052271"/>
              <a:ext cx="201168" cy="201168"/>
            </a:xfrm>
            <a:prstGeom prst="rect">
              <a:avLst/>
            </a:prstGeom>
          </p:spPr>
        </p:pic>
      </p:grpSp>
      <p:pic>
        <p:nvPicPr>
          <p:cNvPr id="3" name="Picture 2" descr="A close-up of a person's profile&#10;&#10;Description automatically generated">
            <a:extLst>
              <a:ext uri="{FF2B5EF4-FFF2-40B4-BE49-F238E27FC236}">
                <a16:creationId xmlns:a16="http://schemas.microsoft.com/office/drawing/2014/main" id="{E3C94C82-97F7-F9CA-3E59-817B9BE6371A}"/>
              </a:ext>
            </a:extLst>
          </p:cNvPr>
          <p:cNvPicPr>
            <a:picLocks noChangeAspect="1"/>
          </p:cNvPicPr>
          <p:nvPr/>
        </p:nvPicPr>
        <p:blipFill>
          <a:blip r:embed="rId9"/>
          <a:stretch>
            <a:fillRect/>
          </a:stretch>
        </p:blipFill>
        <p:spPr>
          <a:xfrm>
            <a:off x="2204555" y="769315"/>
            <a:ext cx="3177787" cy="1731487"/>
          </a:xfrm>
          <a:prstGeom prst="rect">
            <a:avLst/>
          </a:prstGeom>
        </p:spPr>
      </p:pic>
      <p:grpSp>
        <p:nvGrpSpPr>
          <p:cNvPr id="20" name="Group 19">
            <a:extLst>
              <a:ext uri="{FF2B5EF4-FFF2-40B4-BE49-F238E27FC236}">
                <a16:creationId xmlns:a16="http://schemas.microsoft.com/office/drawing/2014/main" id="{A983B8C7-B711-65B2-A767-4E3F735E6EC7}"/>
              </a:ext>
            </a:extLst>
          </p:cNvPr>
          <p:cNvGrpSpPr/>
          <p:nvPr/>
        </p:nvGrpSpPr>
        <p:grpSpPr>
          <a:xfrm>
            <a:off x="4072792" y="5859688"/>
            <a:ext cx="676656" cy="658368"/>
            <a:chOff x="8066755" y="3385401"/>
            <a:chExt cx="676656" cy="658368"/>
          </a:xfrm>
        </p:grpSpPr>
        <p:grpSp>
          <p:nvGrpSpPr>
            <p:cNvPr id="53" name="Group 52">
              <a:extLst>
                <a:ext uri="{FF2B5EF4-FFF2-40B4-BE49-F238E27FC236}">
                  <a16:creationId xmlns:a16="http://schemas.microsoft.com/office/drawing/2014/main" id="{24FB0E45-DDE3-91E0-9310-F84846FF166C}"/>
                </a:ext>
              </a:extLst>
            </p:cNvPr>
            <p:cNvGrpSpPr/>
            <p:nvPr/>
          </p:nvGrpSpPr>
          <p:grpSpPr>
            <a:xfrm>
              <a:off x="8075899" y="3385401"/>
              <a:ext cx="658368" cy="658368"/>
              <a:chOff x="2717229" y="4899401"/>
              <a:chExt cx="658368" cy="658368"/>
            </a:xfrm>
          </p:grpSpPr>
          <p:sp>
            <p:nvSpPr>
              <p:cNvPr id="56" name="Oval 55">
                <a:extLst>
                  <a:ext uri="{FF2B5EF4-FFF2-40B4-BE49-F238E27FC236}">
                    <a16:creationId xmlns:a16="http://schemas.microsoft.com/office/drawing/2014/main" id="{2073061A-E1B8-214B-AD40-3332F1A90378}"/>
                  </a:ext>
                </a:extLst>
              </p:cNvPr>
              <p:cNvSpPr/>
              <p:nvPr/>
            </p:nvSpPr>
            <p:spPr>
              <a:xfrm>
                <a:off x="2753805" y="4935977"/>
                <a:ext cx="585216" cy="585216"/>
              </a:xfrm>
              <a:prstGeom prst="ellipse">
                <a:avLst/>
              </a:prstGeom>
              <a:solidFill>
                <a:srgbClr val="00C1BF"/>
              </a:solidFill>
              <a:ln>
                <a:noFill/>
              </a:ln>
              <a:effectLst>
                <a:outerShdw blurRad="63500" sx="103000" sy="103000" algn="ctr" rotWithShape="0">
                  <a:srgbClr val="00C1BF"/>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Oval 56">
                <a:extLst>
                  <a:ext uri="{FF2B5EF4-FFF2-40B4-BE49-F238E27FC236}">
                    <a16:creationId xmlns:a16="http://schemas.microsoft.com/office/drawing/2014/main" id="{FE83DC47-962A-D127-3516-96F9EB6D5AD0}"/>
                  </a:ext>
                </a:extLst>
              </p:cNvPr>
              <p:cNvSpPr/>
              <p:nvPr/>
            </p:nvSpPr>
            <p:spPr>
              <a:xfrm>
                <a:off x="2717229" y="4899401"/>
                <a:ext cx="658368" cy="658368"/>
              </a:xfrm>
              <a:prstGeom prst="ellipse">
                <a:avLst/>
              </a:prstGeom>
              <a:noFill/>
              <a:ln w="6350">
                <a:solidFill>
                  <a:srgbClr val="00C1BF"/>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4" name="TextBox 53">
              <a:extLst>
                <a:ext uri="{FF2B5EF4-FFF2-40B4-BE49-F238E27FC236}">
                  <a16:creationId xmlns:a16="http://schemas.microsoft.com/office/drawing/2014/main" id="{402DAC9F-F62C-CDFA-1E06-FDFC988B5F6E}"/>
                </a:ext>
              </a:extLst>
            </p:cNvPr>
            <p:cNvSpPr txBox="1"/>
            <p:nvPr/>
          </p:nvSpPr>
          <p:spPr>
            <a:xfrm>
              <a:off x="8066755" y="3686097"/>
              <a:ext cx="676656" cy="276999"/>
            </a:xfrm>
            <a:prstGeom prst="rect">
              <a:avLst/>
            </a:prstGeom>
            <a:noFill/>
          </p:spPr>
          <p:txBody>
            <a:bodyPr wrap="square" rtlCol="0">
              <a:spAutoFit/>
            </a:bodyPr>
            <a:lstStyle/>
            <a:p>
              <a:pPr algn="ctr"/>
              <a:r>
                <a:rPr lang="en-GB"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AI Prediction Tool</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55" name="Graphic 54">
              <a:extLst>
                <a:ext uri="{FF2B5EF4-FFF2-40B4-BE49-F238E27FC236}">
                  <a16:creationId xmlns:a16="http://schemas.microsoft.com/office/drawing/2014/main" id="{16C5069F-3076-D96A-BD36-942699A49E2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304499" y="3463236"/>
              <a:ext cx="201168" cy="201168"/>
            </a:xfrm>
            <a:prstGeom prst="rect">
              <a:avLst/>
            </a:prstGeom>
          </p:spPr>
        </p:pic>
      </p:grpSp>
      <p:pic>
        <p:nvPicPr>
          <p:cNvPr id="58" name="Graphic 57">
            <a:extLst>
              <a:ext uri="{FF2B5EF4-FFF2-40B4-BE49-F238E27FC236}">
                <a16:creationId xmlns:a16="http://schemas.microsoft.com/office/drawing/2014/main" id="{2DB04976-730C-E442-87C5-C20118E2825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46316" y="220027"/>
            <a:ext cx="320040" cy="320040"/>
          </a:xfrm>
          <a:prstGeom prst="rect">
            <a:avLst/>
          </a:prstGeom>
        </p:spPr>
      </p:pic>
    </p:spTree>
    <p:extLst>
      <p:ext uri="{BB962C8B-B14F-4D97-AF65-F5344CB8AC3E}">
        <p14:creationId xmlns:p14="http://schemas.microsoft.com/office/powerpoint/2010/main" val="652639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binar Deck" id="{7A23AA72-971C-E242-B048-39576FC5F3DC}" vid="{A1799C23-9543-3846-A9C6-869377834B9B}"/>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Slides>
  <Notes>0</Notes>
  <HiddenSlides>0</HiddenSlides>
  <MMClips>0</MMClips>
  <ScaleCrop>false</ScaleCrop>
  <HeadingPairs>
    <vt:vector size="4" baseType="variant">
      <vt:variant>
        <vt:lpstr>Theme</vt:lpstr>
      </vt:variant>
      <vt:variant>
        <vt:i4>2</vt:i4>
      </vt:variant>
      <vt:variant>
        <vt:lpstr>Slide Titles</vt:lpstr>
      </vt:variant>
      <vt:variant>
        <vt:i4>1</vt:i4>
      </vt:variant>
    </vt:vector>
  </HeadingPairs>
  <TitlesOfParts>
    <vt:vector size="3" baseType="lpstr">
      <vt:lpstr>office theme</vt:lpstr>
      <vt:lpstr>Custom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5</cp:revision>
  <dcterms:created xsi:type="dcterms:W3CDTF">2013-07-15T20:26:40Z</dcterms:created>
  <dcterms:modified xsi:type="dcterms:W3CDTF">2023-10-17T12:15:25Z</dcterms:modified>
</cp:coreProperties>
</file>