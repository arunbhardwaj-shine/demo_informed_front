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9B4FA-9A29-4CDE-B1A8-95744A560B00}" v="3" dt="2023-10-17T11:41:31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AF8F2D8-9D16-183A-4392-D465D5B699A1}"/>
              </a:ext>
            </a:extLst>
          </p:cNvPr>
          <p:cNvGrpSpPr/>
          <p:nvPr/>
        </p:nvGrpSpPr>
        <p:grpSpPr>
          <a:xfrm>
            <a:off x="2560167" y="5814869"/>
            <a:ext cx="676656" cy="658368"/>
            <a:chOff x="2868804" y="4955825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553B46-6F5C-62D3-AA4E-28D802026633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8673CE-D1C3-1D97-1EFC-D85CB9B85E85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7B80BEC-24CA-1192-7C3A-31485EC21254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A1FE0-4E14-6C12-87EC-763E53B941C9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19F2AEF-4601-BB1F-39A0-5D39E14D2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1A0BB8-5E79-D4DC-839A-BC986D5205E1}"/>
              </a:ext>
            </a:extLst>
          </p:cNvPr>
          <p:cNvGrpSpPr/>
          <p:nvPr/>
        </p:nvGrpSpPr>
        <p:grpSpPr>
          <a:xfrm>
            <a:off x="4081455" y="5814869"/>
            <a:ext cx="676656" cy="658368"/>
            <a:chOff x="8066755" y="3385401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98CDE2-EFEF-EA5B-9CB7-78273069A07A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67D2331-40A4-2452-6623-BE0E4C24143D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AFC02C9-C827-ABE7-93BB-0EAE0F9EC668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59517E-F7E6-4A7A-A422-528A7C0C9F20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0F5B2AF-313C-DC04-006F-3F276D880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AC6F71-8EBF-1DB8-3769-C65FEFB9BEDD}"/>
              </a:ext>
            </a:extLst>
          </p:cNvPr>
          <p:cNvGrpSpPr/>
          <p:nvPr/>
        </p:nvGrpSpPr>
        <p:grpSpPr>
          <a:xfrm>
            <a:off x="3322595" y="5814869"/>
            <a:ext cx="676656" cy="658368"/>
            <a:chOff x="5926723" y="3391583"/>
            <a:chExt cx="676656" cy="65836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337FAC2-2842-AA6E-4BE6-77764B84C3F6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4CFB47B-86DF-BE6E-8DD1-D926E2600BDA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B12217F-1AFE-5AA6-AED6-2DA36813F34A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5826B9-CDFA-51DB-01DB-D5C89BE94461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F5B1BDBB-DD1E-B020-3C65-5A9D84B7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Rating Tool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Introducing our revolutionary Rating Tool, assessing clinical value across your content. Gather insights as HCPs engage, guiding clients to prioritize value over quantity.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Rating Tool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219775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Let HCPs rate your content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HCPs rate whenever they engage via browser or in-app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Prove ROI</a:t>
            </a:r>
          </a:p>
        </p:txBody>
      </p:sp>
      <p:pic>
        <p:nvPicPr>
          <p:cNvPr id="3" name="Picture 2" descr="A blue and green stars on a white background&#10;&#10;Description automatically generated">
            <a:extLst>
              <a:ext uri="{FF2B5EF4-FFF2-40B4-BE49-F238E27FC236}">
                <a16:creationId xmlns:a16="http://schemas.microsoft.com/office/drawing/2014/main" id="{07F87B9D-C82B-56B4-4DA2-8F0BAA4BC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755" y="953611"/>
            <a:ext cx="4815264" cy="1656966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0F306941-DA14-1542-D983-5B2BABE974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6316" y="230789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6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7</cp:revision>
  <dcterms:created xsi:type="dcterms:W3CDTF">2013-07-15T20:26:40Z</dcterms:created>
  <dcterms:modified xsi:type="dcterms:W3CDTF">2023-10-17T11:41:40Z</dcterms:modified>
</cp:coreProperties>
</file>