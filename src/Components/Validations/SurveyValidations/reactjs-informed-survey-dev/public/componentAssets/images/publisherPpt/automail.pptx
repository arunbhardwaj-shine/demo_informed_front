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A74F0-726B-4B22-84CB-2220874A8D52}" v="3" dt="2023-10-17T11:40:00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B481012-DB80-7002-2F06-7919D022265F}"/>
              </a:ext>
            </a:extLst>
          </p:cNvPr>
          <p:cNvGrpSpPr/>
          <p:nvPr/>
        </p:nvGrpSpPr>
        <p:grpSpPr>
          <a:xfrm>
            <a:off x="2561106" y="5841542"/>
            <a:ext cx="676656" cy="658368"/>
            <a:chOff x="3601278" y="4955825"/>
            <a:chExt cx="676656" cy="658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2CF3908-A177-335D-FECF-0254E313F4AC}"/>
                </a:ext>
              </a:extLst>
            </p:cNvPr>
            <p:cNvGrpSpPr/>
            <p:nvPr/>
          </p:nvGrpSpPr>
          <p:grpSpPr>
            <a:xfrm>
              <a:off x="3615755" y="4955825"/>
              <a:ext cx="658368" cy="658368"/>
              <a:chOff x="2717229" y="4899401"/>
              <a:chExt cx="658368" cy="6583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5362106-B115-A0D7-AD74-49973999BF41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45FAE"/>
              </a:solidFill>
              <a:ln>
                <a:noFill/>
              </a:ln>
              <a:effectLst>
                <a:outerShdw blurRad="63500" sx="103000" sy="103000" algn="ctr" rotWithShape="0">
                  <a:srgbClr val="045FA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43ABC70-A1A5-4E54-4B75-0D06AD144B14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45FA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A94101-3FAB-1B94-F089-60AF31BBDD89}"/>
                </a:ext>
              </a:extLst>
            </p:cNvPr>
            <p:cNvSpPr txBox="1"/>
            <p:nvPr/>
          </p:nvSpPr>
          <p:spPr>
            <a:xfrm>
              <a:off x="3601278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 err="1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inforMedGo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20A9EDB7-73C8-331C-F516-F86FA8F42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022" y="5052271"/>
              <a:ext cx="201168" cy="2011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DD72B6-64A3-3DB5-287E-1BC5F744E092}"/>
              </a:ext>
            </a:extLst>
          </p:cNvPr>
          <p:cNvGrpSpPr/>
          <p:nvPr/>
        </p:nvGrpSpPr>
        <p:grpSpPr>
          <a:xfrm>
            <a:off x="4086647" y="5841542"/>
            <a:ext cx="676656" cy="658368"/>
            <a:chOff x="4328355" y="4958505"/>
            <a:chExt cx="676656" cy="6583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34250F-084C-5927-2230-FD9BAF9BCF69}"/>
                </a:ext>
              </a:extLst>
            </p:cNvPr>
            <p:cNvGrpSpPr/>
            <p:nvPr/>
          </p:nvGrpSpPr>
          <p:grpSpPr>
            <a:xfrm>
              <a:off x="4342958" y="4958505"/>
              <a:ext cx="658368" cy="658368"/>
              <a:chOff x="2717229" y="4899401"/>
              <a:chExt cx="658368" cy="65836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8B16D97-A4D1-BC88-FFD9-B758CE891B52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A4BF"/>
              </a:solidFill>
              <a:ln>
                <a:noFill/>
              </a:ln>
              <a:effectLst>
                <a:outerShdw blurRad="63500" sx="103000" sy="103000" algn="ctr" rotWithShape="0">
                  <a:srgbClr val="00A4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364E63E-77E3-159D-8CA6-21BFBD5EBC14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A4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77B405-BF85-0DC6-5B55-5EF66F52644F}"/>
                </a:ext>
              </a:extLst>
            </p:cNvPr>
            <p:cNvSpPr txBox="1"/>
            <p:nvPr/>
          </p:nvSpPr>
          <p:spPr>
            <a:xfrm>
              <a:off x="4328355" y="525756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Consent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062D4F7-CD17-908B-C815-CDDC7EECE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77718" y="5052271"/>
              <a:ext cx="201168" cy="201168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B47AF2-25FC-3AD0-449C-4AD0BD395F15}"/>
              </a:ext>
            </a:extLst>
          </p:cNvPr>
          <p:cNvGrpSpPr/>
          <p:nvPr/>
        </p:nvGrpSpPr>
        <p:grpSpPr>
          <a:xfrm>
            <a:off x="4842803" y="5841542"/>
            <a:ext cx="676656" cy="658368"/>
            <a:chOff x="8066755" y="3385401"/>
            <a:chExt cx="676656" cy="658368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275C401-7846-FD74-426D-3AAB6AF8D7B2}"/>
                </a:ext>
              </a:extLst>
            </p:cNvPr>
            <p:cNvGrpSpPr/>
            <p:nvPr/>
          </p:nvGrpSpPr>
          <p:grpSpPr>
            <a:xfrm>
              <a:off x="8075899" y="3385401"/>
              <a:ext cx="658368" cy="658368"/>
              <a:chOff x="2717229" y="4899401"/>
              <a:chExt cx="658368" cy="658368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9ECC7CF-035D-162B-CBEB-DB45C9E6295B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C1BF"/>
              </a:solidFill>
              <a:ln>
                <a:noFill/>
              </a:ln>
              <a:effectLst>
                <a:outerShdw blurRad="63500" sx="103000" sy="103000" algn="ctr" rotWithShape="0">
                  <a:srgbClr val="00C1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B60B407-50E5-4A3D-80B2-88FF5256FF9D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C1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A707467-E5F6-8E18-3A32-489836235220}"/>
                </a:ext>
              </a:extLst>
            </p:cNvPr>
            <p:cNvSpPr txBox="1"/>
            <p:nvPr/>
          </p:nvSpPr>
          <p:spPr>
            <a:xfrm>
              <a:off x="8066755" y="3686097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AI Prediction Tool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5C91D90A-81CA-A76B-F381-649FF9CF5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04499" y="3463236"/>
              <a:ext cx="201168" cy="201168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C0C40D4-79DE-4A60-877C-176658904A26}"/>
              </a:ext>
            </a:extLst>
          </p:cNvPr>
          <p:cNvGrpSpPr/>
          <p:nvPr/>
        </p:nvGrpSpPr>
        <p:grpSpPr>
          <a:xfrm>
            <a:off x="3330491" y="5841542"/>
            <a:ext cx="676656" cy="658368"/>
            <a:chOff x="6635992" y="3386235"/>
            <a:chExt cx="676656" cy="65836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F91E62F-01E3-8276-00B5-53046C039938}"/>
                </a:ext>
              </a:extLst>
            </p:cNvPr>
            <p:cNvGrpSpPr/>
            <p:nvPr/>
          </p:nvGrpSpPr>
          <p:grpSpPr>
            <a:xfrm>
              <a:off x="6645136" y="3386235"/>
              <a:ext cx="658368" cy="658368"/>
              <a:chOff x="2717229" y="4899401"/>
              <a:chExt cx="658368" cy="658368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C29B314-DE7F-02AF-197A-2EF761DFF0A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84BE"/>
              </a:solidFill>
              <a:ln>
                <a:noFill/>
              </a:ln>
              <a:effectLst>
                <a:outerShdw blurRad="63500" sx="103000" sy="103000" algn="ctr" rotWithShape="0">
                  <a:srgbClr val="0084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E527CB6-383C-950B-45CB-DD869448FAA3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84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8444904-C070-03BD-354C-C8972D8B10B0}"/>
                </a:ext>
              </a:extLst>
            </p:cNvPr>
            <p:cNvSpPr txBox="1"/>
            <p:nvPr/>
          </p:nvSpPr>
          <p:spPr>
            <a:xfrm>
              <a:off x="6635992" y="3686931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Email Engine</a:t>
              </a: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C9BB178E-F532-3566-C22B-782B2818D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873145" y="3466746"/>
              <a:ext cx="194231" cy="201168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AutoMail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keep track of all your licensed content with confirmation emails and the limits you’ve agreed with your clients,</a:t>
            </a: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You receive alerts prior to reaching limits, whether they are expiration or quantity-based.</a:t>
            </a: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AutoMail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954881" cy="2080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Automated confirmation email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Alert to both sales &amp; production</a:t>
            </a:r>
          </a:p>
          <a:p>
            <a:pPr marL="627063" lvl="1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Nearing expiration</a:t>
            </a:r>
          </a:p>
          <a:p>
            <a:pPr marL="627063" lvl="1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Nearing quantity limit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Customisable AutoMail settings</a:t>
            </a:r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F71A446D-C983-3E7F-6CEC-E6BD1C80C0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0453" y="916751"/>
            <a:ext cx="4299339" cy="187513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93572C03-4C69-D5BD-2889-ADEAD20B7A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16" y="241547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9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6</cp:revision>
  <dcterms:created xsi:type="dcterms:W3CDTF">2013-07-15T20:26:40Z</dcterms:created>
  <dcterms:modified xsi:type="dcterms:W3CDTF">2023-10-17T11:40:09Z</dcterms:modified>
</cp:coreProperties>
</file>