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269F8A-6195-457B-9615-24E2B0D62702}" v="1" dt="2023-10-17T11:18:37.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Web portal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892552"/>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Offering complete creative freedom to build custom libraries of your content and add options for your clients that enhance the HCP experience. Implement secure consent mechanisms and comprehensive interaction tracking to gauge ROI and refine your offerings.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Web portal</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954881" cy="2490425"/>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Enhancing content pages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On demand for when the HCP want to know more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Let HCPs take what they want offline in their personal Docintel app account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Combining Local and Global users for promotion</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Customise to clients visual identity</a:t>
            </a:r>
            <a:endParaRPr lang="en-US" sz="1200" dirty="0">
              <a:solidFill>
                <a:schemeClr val="bg1"/>
              </a:solidFill>
              <a:latin typeface="Roboto" panose="02000000000000000000" pitchFamily="2" charset="0"/>
              <a:ea typeface="Roboto" panose="02000000000000000000" pitchFamily="2" charset="0"/>
            </a:endParaRPr>
          </a:p>
        </p:txBody>
      </p:sp>
      <p:grpSp>
        <p:nvGrpSpPr>
          <p:cNvPr id="35" name="Group 34">
            <a:extLst>
              <a:ext uri="{FF2B5EF4-FFF2-40B4-BE49-F238E27FC236}">
                <a16:creationId xmlns:a16="http://schemas.microsoft.com/office/drawing/2014/main" id="{C90DE62A-22CC-C20D-180A-88D1B5A58876}"/>
              </a:ext>
            </a:extLst>
          </p:cNvPr>
          <p:cNvGrpSpPr/>
          <p:nvPr/>
        </p:nvGrpSpPr>
        <p:grpSpPr>
          <a:xfrm>
            <a:off x="4822557"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7718" y="5052271"/>
              <a:ext cx="201168" cy="201168"/>
            </a:xfrm>
            <a:prstGeom prst="rect">
              <a:avLst/>
            </a:prstGeom>
          </p:spPr>
        </p:pic>
      </p:grpSp>
      <p:grpSp>
        <p:nvGrpSpPr>
          <p:cNvPr id="41" name="Group 40">
            <a:extLst>
              <a:ext uri="{FF2B5EF4-FFF2-40B4-BE49-F238E27FC236}">
                <a16:creationId xmlns:a16="http://schemas.microsoft.com/office/drawing/2014/main" id="{1781DC61-D201-75BE-3A1A-AF9ADBC38AFE}"/>
              </a:ext>
            </a:extLst>
          </p:cNvPr>
          <p:cNvGrpSpPr/>
          <p:nvPr/>
        </p:nvGrpSpPr>
        <p:grpSpPr>
          <a:xfrm>
            <a:off x="2561207" y="5874041"/>
            <a:ext cx="676656" cy="658368"/>
            <a:chOff x="3081391" y="3371266"/>
            <a:chExt cx="676656" cy="658368"/>
          </a:xfrm>
        </p:grpSpPr>
        <p:grpSp>
          <p:nvGrpSpPr>
            <p:cNvPr id="42" name="Group 41">
              <a:extLst>
                <a:ext uri="{FF2B5EF4-FFF2-40B4-BE49-F238E27FC236}">
                  <a16:creationId xmlns:a16="http://schemas.microsoft.com/office/drawing/2014/main" id="{A087C5A4-8FF3-1A5A-EF5A-E1B2D370DD18}"/>
                </a:ext>
              </a:extLst>
            </p:cNvPr>
            <p:cNvGrpSpPr/>
            <p:nvPr/>
          </p:nvGrpSpPr>
          <p:grpSpPr>
            <a:xfrm>
              <a:off x="3090535" y="3371266"/>
              <a:ext cx="658368" cy="658368"/>
              <a:chOff x="2717229" y="4899401"/>
              <a:chExt cx="658368" cy="658368"/>
            </a:xfrm>
          </p:grpSpPr>
          <p:sp>
            <p:nvSpPr>
              <p:cNvPr id="45" name="Oval 44">
                <a:extLst>
                  <a:ext uri="{FF2B5EF4-FFF2-40B4-BE49-F238E27FC236}">
                    <a16:creationId xmlns:a16="http://schemas.microsoft.com/office/drawing/2014/main" id="{53CB58D9-A56A-33D4-BDA1-B82F7767D8A5}"/>
                  </a:ext>
                </a:extLst>
              </p:cNvPr>
              <p:cNvSpPr/>
              <p:nvPr/>
            </p:nvSpPr>
            <p:spPr>
              <a:xfrm>
                <a:off x="2753805" y="4935977"/>
                <a:ext cx="585216" cy="585216"/>
              </a:xfrm>
              <a:prstGeom prst="ellipse">
                <a:avLst/>
              </a:prstGeom>
              <a:solidFill>
                <a:srgbClr val="8A4E9C"/>
              </a:solidFill>
              <a:ln>
                <a:noFill/>
              </a:ln>
              <a:effectLst>
                <a:outerShdw blurRad="63500" sx="103000" sy="103000" algn="ctr" rotWithShape="0">
                  <a:srgbClr val="8A4E9C"/>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E0D29595-E598-4FAF-D80E-9E5E379908A6}"/>
                  </a:ext>
                </a:extLst>
              </p:cNvPr>
              <p:cNvSpPr/>
              <p:nvPr/>
            </p:nvSpPr>
            <p:spPr>
              <a:xfrm>
                <a:off x="2717229" y="4899401"/>
                <a:ext cx="658368" cy="658368"/>
              </a:xfrm>
              <a:prstGeom prst="ellipse">
                <a:avLst/>
              </a:prstGeom>
              <a:noFill/>
              <a:ln w="6350">
                <a:solidFill>
                  <a:srgbClr val="8A4E9C"/>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E39137B0-6E4B-9AC8-FC90-41395BE67EB5}"/>
                </a:ext>
              </a:extLst>
            </p:cNvPr>
            <p:cNvSpPr txBox="1"/>
            <p:nvPr/>
          </p:nvSpPr>
          <p:spPr>
            <a:xfrm>
              <a:off x="3081391" y="3671962"/>
              <a:ext cx="676656" cy="276999"/>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Webinar Portal</a:t>
              </a:r>
            </a:p>
          </p:txBody>
        </p:sp>
        <p:pic>
          <p:nvPicPr>
            <p:cNvPr id="44" name="Graphic 43">
              <a:extLst>
                <a:ext uri="{FF2B5EF4-FFF2-40B4-BE49-F238E27FC236}">
                  <a16:creationId xmlns:a16="http://schemas.microsoft.com/office/drawing/2014/main" id="{24C09701-DF14-E39E-7E75-19961C2D93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19135" y="3484929"/>
              <a:ext cx="201168" cy="201168"/>
            </a:xfrm>
            <a:prstGeom prst="rect">
              <a:avLst/>
            </a:prstGeom>
          </p:spPr>
        </p:pic>
      </p:grpSp>
      <p:pic>
        <p:nvPicPr>
          <p:cNvPr id="3" name="Picture 2" descr="A computer screen with a computer screen&#10;&#10;Description automatically generated with medium confidence">
            <a:extLst>
              <a:ext uri="{FF2B5EF4-FFF2-40B4-BE49-F238E27FC236}">
                <a16:creationId xmlns:a16="http://schemas.microsoft.com/office/drawing/2014/main" id="{9581D5D1-A39F-CD15-1383-298856E62203}"/>
              </a:ext>
            </a:extLst>
          </p:cNvPr>
          <p:cNvPicPr>
            <a:picLocks noChangeAspect="1"/>
          </p:cNvPicPr>
          <p:nvPr/>
        </p:nvPicPr>
        <p:blipFill rotWithShape="1">
          <a:blip r:embed="rId7"/>
          <a:srcRect l="15898" r="16934"/>
          <a:stretch/>
        </p:blipFill>
        <p:spPr>
          <a:xfrm>
            <a:off x="2055266" y="814283"/>
            <a:ext cx="3476464" cy="1781028"/>
          </a:xfrm>
          <a:prstGeom prst="rect">
            <a:avLst/>
          </a:prstGeom>
        </p:spPr>
      </p:pic>
      <p:grpSp>
        <p:nvGrpSpPr>
          <p:cNvPr id="5" name="Group 4">
            <a:extLst>
              <a:ext uri="{FF2B5EF4-FFF2-40B4-BE49-F238E27FC236}">
                <a16:creationId xmlns:a16="http://schemas.microsoft.com/office/drawing/2014/main" id="{023322FC-0E1D-F202-96AA-B5157757990A}"/>
              </a:ext>
            </a:extLst>
          </p:cNvPr>
          <p:cNvGrpSpPr/>
          <p:nvPr/>
        </p:nvGrpSpPr>
        <p:grpSpPr>
          <a:xfrm>
            <a:off x="3319794" y="5872509"/>
            <a:ext cx="676656" cy="658368"/>
            <a:chOff x="9767649" y="3391071"/>
            <a:chExt cx="676656" cy="658368"/>
          </a:xfrm>
        </p:grpSpPr>
        <p:grpSp>
          <p:nvGrpSpPr>
            <p:cNvPr id="6" name="Group 5">
              <a:extLst>
                <a:ext uri="{FF2B5EF4-FFF2-40B4-BE49-F238E27FC236}">
                  <a16:creationId xmlns:a16="http://schemas.microsoft.com/office/drawing/2014/main" id="{C8DE254B-5963-F7E4-F59D-F6BA9040E6D3}"/>
                </a:ext>
              </a:extLst>
            </p:cNvPr>
            <p:cNvGrpSpPr/>
            <p:nvPr/>
          </p:nvGrpSpPr>
          <p:grpSpPr>
            <a:xfrm>
              <a:off x="9776793" y="3391071"/>
              <a:ext cx="658368" cy="658368"/>
              <a:chOff x="2717229" y="4899401"/>
              <a:chExt cx="658368" cy="658368"/>
            </a:xfrm>
          </p:grpSpPr>
          <p:sp>
            <p:nvSpPr>
              <p:cNvPr id="11" name="Oval 10">
                <a:extLst>
                  <a:ext uri="{FF2B5EF4-FFF2-40B4-BE49-F238E27FC236}">
                    <a16:creationId xmlns:a16="http://schemas.microsoft.com/office/drawing/2014/main" id="{50629616-3F35-911B-06F9-543A3B6D692C}"/>
                  </a:ext>
                </a:extLst>
              </p:cNvPr>
              <p:cNvSpPr/>
              <p:nvPr/>
            </p:nvSpPr>
            <p:spPr>
              <a:xfrm>
                <a:off x="2753805" y="4935977"/>
                <a:ext cx="585216" cy="585216"/>
              </a:xfrm>
              <a:prstGeom prst="ellipse">
                <a:avLst/>
              </a:prstGeom>
              <a:solidFill>
                <a:srgbClr val="2B9BC8"/>
              </a:solidFill>
              <a:ln>
                <a:noFill/>
              </a:ln>
              <a:effectLst>
                <a:outerShdw blurRad="63500" sx="103000" sy="103000" algn="ctr" rotWithShape="0">
                  <a:srgbClr val="2B9BC8"/>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1C890646-4371-CE8E-3A56-4DF269C82BFE}"/>
                  </a:ext>
                </a:extLst>
              </p:cNvPr>
              <p:cNvSpPr/>
              <p:nvPr/>
            </p:nvSpPr>
            <p:spPr>
              <a:xfrm>
                <a:off x="2717229" y="4899401"/>
                <a:ext cx="658368" cy="658368"/>
              </a:xfrm>
              <a:prstGeom prst="ellipse">
                <a:avLst/>
              </a:prstGeom>
              <a:noFill/>
              <a:ln w="6350">
                <a:solidFill>
                  <a:srgbClr val="2B9BC8"/>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538E0210-B872-30AE-73EF-8C7AFC3702E8}"/>
                </a:ext>
              </a:extLst>
            </p:cNvPr>
            <p:cNvSpPr txBox="1"/>
            <p:nvPr/>
          </p:nvSpPr>
          <p:spPr>
            <a:xfrm>
              <a:off x="9767649" y="3691767"/>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Rating Tool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8" name="Graphic 7">
              <a:extLst>
                <a:ext uri="{FF2B5EF4-FFF2-40B4-BE49-F238E27FC236}">
                  <a16:creationId xmlns:a16="http://schemas.microsoft.com/office/drawing/2014/main" id="{FF248452-08B0-D0BD-B406-26EE38BF8EC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05393" y="3468906"/>
              <a:ext cx="201168" cy="201168"/>
            </a:xfrm>
            <a:prstGeom prst="rect">
              <a:avLst/>
            </a:prstGeom>
          </p:spPr>
        </p:pic>
      </p:grpSp>
      <p:grpSp>
        <p:nvGrpSpPr>
          <p:cNvPr id="13" name="Group 12">
            <a:extLst>
              <a:ext uri="{FF2B5EF4-FFF2-40B4-BE49-F238E27FC236}">
                <a16:creationId xmlns:a16="http://schemas.microsoft.com/office/drawing/2014/main" id="{E92840EC-7B84-A6D9-7E5F-7BD481353F3A}"/>
              </a:ext>
            </a:extLst>
          </p:cNvPr>
          <p:cNvGrpSpPr/>
          <p:nvPr/>
        </p:nvGrpSpPr>
        <p:grpSpPr>
          <a:xfrm>
            <a:off x="4071175" y="5859688"/>
            <a:ext cx="676656" cy="658368"/>
            <a:chOff x="5926723" y="3391583"/>
            <a:chExt cx="676656" cy="658368"/>
          </a:xfrm>
        </p:grpSpPr>
        <p:grpSp>
          <p:nvGrpSpPr>
            <p:cNvPr id="15" name="Group 14">
              <a:extLst>
                <a:ext uri="{FF2B5EF4-FFF2-40B4-BE49-F238E27FC236}">
                  <a16:creationId xmlns:a16="http://schemas.microsoft.com/office/drawing/2014/main" id="{C17E33FE-AF1E-2470-D819-B3719FC5C293}"/>
                </a:ext>
              </a:extLst>
            </p:cNvPr>
            <p:cNvGrpSpPr/>
            <p:nvPr/>
          </p:nvGrpSpPr>
          <p:grpSpPr>
            <a:xfrm>
              <a:off x="5935867" y="3391583"/>
              <a:ext cx="658368" cy="658368"/>
              <a:chOff x="2717229" y="4899401"/>
              <a:chExt cx="658368" cy="658368"/>
            </a:xfrm>
          </p:grpSpPr>
          <p:sp>
            <p:nvSpPr>
              <p:cNvPr id="18" name="Oval 17">
                <a:extLst>
                  <a:ext uri="{FF2B5EF4-FFF2-40B4-BE49-F238E27FC236}">
                    <a16:creationId xmlns:a16="http://schemas.microsoft.com/office/drawing/2014/main" id="{0989F50B-7F50-6949-2F59-9C108D3C8BF6}"/>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959DDCAE-CCDD-736F-6FC3-75B3D8888D01}"/>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48142A4C-C5A0-C23A-C7D4-3157DFD8B33F}"/>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17" name="Graphic 16">
              <a:extLst>
                <a:ext uri="{FF2B5EF4-FFF2-40B4-BE49-F238E27FC236}">
                  <a16:creationId xmlns:a16="http://schemas.microsoft.com/office/drawing/2014/main" id="{D6E659D2-AC8F-E2E9-765E-FF68EB124F2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64467" y="3475271"/>
              <a:ext cx="201168" cy="201168"/>
            </a:xfrm>
            <a:prstGeom prst="rect">
              <a:avLst/>
            </a:prstGeom>
          </p:spPr>
        </p:pic>
      </p:grpSp>
      <p:pic>
        <p:nvPicPr>
          <p:cNvPr id="54" name="Graphic 53">
            <a:extLst>
              <a:ext uri="{FF2B5EF4-FFF2-40B4-BE49-F238E27FC236}">
                <a16:creationId xmlns:a16="http://schemas.microsoft.com/office/drawing/2014/main" id="{72069DFB-8C0E-7082-2E75-72BFAECB180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24851709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6</cp:revision>
  <dcterms:created xsi:type="dcterms:W3CDTF">2013-07-15T20:26:40Z</dcterms:created>
  <dcterms:modified xsi:type="dcterms:W3CDTF">2023-10-17T11:18:55Z</dcterms:modified>
</cp:coreProperties>
</file>