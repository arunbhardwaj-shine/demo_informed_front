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14" r:id="rId2"/>
  </p:sldMasterIdLst>
  <p:sldIdLst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C7E9F85-BE53-4C99-9966-8DAE106807D3}" v="1" dt="2023-10-17T12:11:47.5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slide" Target="slides/slide1.xml"/><Relationship Id="rId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19FA3AC-8899-DC44-8ACE-DE70FCE85A10}"/>
              </a:ext>
            </a:extLst>
          </p:cNvPr>
          <p:cNvSpPr/>
          <p:nvPr userDrawn="1"/>
        </p:nvSpPr>
        <p:spPr>
          <a:xfrm>
            <a:off x="-1" y="-12699"/>
            <a:ext cx="11684001" cy="568960"/>
          </a:xfrm>
          <a:prstGeom prst="rect">
            <a:avLst/>
          </a:prstGeom>
          <a:solidFill>
            <a:srgbClr val="1F67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7">
            <a:extLst>
              <a:ext uri="{FF2B5EF4-FFF2-40B4-BE49-F238E27FC236}">
                <a16:creationId xmlns:a16="http://schemas.microsoft.com/office/drawing/2014/main" id="{64805866-AE00-6147-BF2C-BDEEC0238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2526" y="9526"/>
            <a:ext cx="10515600" cy="546910"/>
          </a:xfrm>
          <a:prstGeom prst="rect">
            <a:avLst/>
          </a:prstGeom>
        </p:spPr>
        <p:txBody>
          <a:bodyPr/>
          <a:lstStyle>
            <a:lvl1pPr algn="l">
              <a:defRPr sz="3200" b="0" i="0">
                <a:solidFill>
                  <a:schemeClr val="bg1"/>
                </a:solidFill>
                <a:latin typeface="Roboto Light" pitchFamily="2" charset="0"/>
                <a:ea typeface="Roboto Light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9" name="Text Placeholder 19">
            <a:extLst>
              <a:ext uri="{FF2B5EF4-FFF2-40B4-BE49-F238E27FC236}">
                <a16:creationId xmlns:a16="http://schemas.microsoft.com/office/drawing/2014/main" id="{BE429170-0933-7047-BB5C-5CBA2DD389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4300" y="901700"/>
            <a:ext cx="10388600" cy="8255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E69B0"/>
                </a:solidFill>
                <a:latin typeface="Muli" pitchFamily="2" charset="77"/>
              </a:defRPr>
            </a:lvl1pPr>
            <a:lvl2pPr>
              <a:defRPr>
                <a:solidFill>
                  <a:srgbClr val="1E69B0"/>
                </a:solidFill>
                <a:latin typeface="Muli" pitchFamily="2" charset="77"/>
              </a:defRPr>
            </a:lvl2pPr>
            <a:lvl3pPr>
              <a:defRPr>
                <a:solidFill>
                  <a:srgbClr val="1E69B0"/>
                </a:solidFill>
                <a:latin typeface="Muli" pitchFamily="2" charset="77"/>
              </a:defRPr>
            </a:lvl3pPr>
            <a:lvl4pPr>
              <a:defRPr>
                <a:solidFill>
                  <a:srgbClr val="1E69B0"/>
                </a:solidFill>
                <a:latin typeface="Muli" pitchFamily="2" charset="77"/>
              </a:defRPr>
            </a:lvl4pPr>
            <a:lvl5pPr>
              <a:defRPr>
                <a:solidFill>
                  <a:srgbClr val="1E69B0"/>
                </a:solidFill>
                <a:latin typeface="Muli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44F52FE-25F1-FB42-BF78-727AE3F5A47F}"/>
              </a:ext>
            </a:extLst>
          </p:cNvPr>
          <p:cNvSpPr/>
          <p:nvPr userDrawn="1"/>
        </p:nvSpPr>
        <p:spPr>
          <a:xfrm>
            <a:off x="11801475" y="901700"/>
            <a:ext cx="390525" cy="241300"/>
          </a:xfrm>
          <a:prstGeom prst="rect">
            <a:avLst/>
          </a:prstGeom>
          <a:solidFill>
            <a:srgbClr val="1F66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949DD305-009C-624C-AB17-3DE215394C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36300" y="-12525"/>
            <a:ext cx="1155700" cy="115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327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F3A82-0C89-6448-899F-3A09AE2B0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1041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rgbClr val="1E69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7">
            <a:extLst>
              <a:ext uri="{FF2B5EF4-FFF2-40B4-BE49-F238E27FC236}">
                <a16:creationId xmlns:a16="http://schemas.microsoft.com/office/drawing/2014/main" id="{728F80F8-A82B-CD46-9788-052B09169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2526" y="9526"/>
            <a:ext cx="10515600" cy="546910"/>
          </a:xfrm>
          <a:prstGeom prst="rect">
            <a:avLst/>
          </a:prstGeom>
        </p:spPr>
        <p:txBody>
          <a:bodyPr/>
          <a:lstStyle>
            <a:lvl1pPr algn="l">
              <a:defRPr sz="3200" b="0" i="0">
                <a:solidFill>
                  <a:schemeClr val="bg1"/>
                </a:solidFill>
                <a:latin typeface="Roboto Light" pitchFamily="2" charset="0"/>
                <a:ea typeface="Roboto Light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9D837BB8-33C5-E34E-B9DD-07AF291488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4300" y="901700"/>
            <a:ext cx="10388600" cy="8255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Muli" pitchFamily="2" charset="77"/>
              </a:defRPr>
            </a:lvl1pPr>
            <a:lvl2pPr>
              <a:defRPr>
                <a:solidFill>
                  <a:schemeClr val="bg1"/>
                </a:solidFill>
                <a:latin typeface="Muli" pitchFamily="2" charset="77"/>
              </a:defRPr>
            </a:lvl2pPr>
            <a:lvl3pPr>
              <a:defRPr>
                <a:solidFill>
                  <a:schemeClr val="bg1"/>
                </a:solidFill>
                <a:latin typeface="Muli" pitchFamily="2" charset="77"/>
              </a:defRPr>
            </a:lvl3pPr>
            <a:lvl4pPr>
              <a:defRPr>
                <a:solidFill>
                  <a:schemeClr val="bg1"/>
                </a:solidFill>
                <a:latin typeface="Muli" pitchFamily="2" charset="77"/>
              </a:defRPr>
            </a:lvl4pPr>
            <a:lvl5pPr>
              <a:defRPr>
                <a:solidFill>
                  <a:schemeClr val="bg1"/>
                </a:solidFill>
                <a:latin typeface="Muli" pitchFamily="2" charset="77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90037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873" y="752755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rgbClr val="0265BE"/>
                </a:solidFill>
                <a:latin typeface="Roboto Regular"/>
                <a:cs typeface="Roboto Regular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873" y="2256117"/>
            <a:ext cx="10972800" cy="4280928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Muli" pitchFamily="2" charset="77"/>
                <a:cs typeface="Muli" pitchFamily="2" charset="77"/>
              </a:defRPr>
            </a:lvl1pPr>
            <a:lvl2pPr>
              <a:defRPr b="0" i="0">
                <a:latin typeface="Muli" pitchFamily="2" charset="77"/>
                <a:ea typeface="Roboto Light" pitchFamily="2" charset="0"/>
                <a:cs typeface="Muli" pitchFamily="2" charset="77"/>
              </a:defRPr>
            </a:lvl2pPr>
            <a:lvl3pPr>
              <a:defRPr sz="2400" b="0" i="0">
                <a:latin typeface="Muli" pitchFamily="2" charset="77"/>
                <a:ea typeface="Roboto Light" pitchFamily="2" charset="0"/>
                <a:cs typeface="Muli" pitchFamily="2" charset="77"/>
              </a:defRPr>
            </a:lvl3pPr>
            <a:lvl4pPr>
              <a:defRPr b="0" i="0">
                <a:latin typeface="Muli" pitchFamily="2" charset="77"/>
                <a:ea typeface="Roboto Light" pitchFamily="2" charset="0"/>
                <a:cs typeface="Muli" pitchFamily="2" charset="77"/>
              </a:defRPr>
            </a:lvl4pPr>
            <a:lvl5pPr>
              <a:defRPr b="0" i="0">
                <a:latin typeface="Muli" pitchFamily="2" charset="77"/>
                <a:ea typeface="Roboto Light" pitchFamily="2" charset="0"/>
                <a:cs typeface="Muli" pitchFamily="2" charset="77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95CFA89-2EB5-CB47-89F6-13D5D15C298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-25400"/>
            <a:ext cx="7272867" cy="3923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Roboto" pitchFamily="2" charset="0"/>
                <a:ea typeface="Roboto" pitchFamily="2" charset="0"/>
              </a:defRPr>
            </a:lvl1pPr>
          </a:lstStyle>
          <a:p>
            <a:pPr lvl="0"/>
            <a:r>
              <a:rPr lang="en-US" b="0" i="0" dirty="0">
                <a:latin typeface="Muli Light" pitchFamily="2" charset="77"/>
              </a:rPr>
              <a:t>Title goes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0423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873" y="752755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rgbClr val="0265BE"/>
                </a:solidFill>
                <a:latin typeface="Roboto Regular"/>
                <a:cs typeface="Roboto Regular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873" y="2256117"/>
            <a:ext cx="10972800" cy="4280928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Muli" pitchFamily="2" charset="77"/>
                <a:cs typeface="Muli" pitchFamily="2" charset="77"/>
              </a:defRPr>
            </a:lvl1pPr>
            <a:lvl2pPr>
              <a:defRPr b="0" i="0">
                <a:latin typeface="Muli" pitchFamily="2" charset="77"/>
                <a:ea typeface="Roboto Light" pitchFamily="2" charset="0"/>
                <a:cs typeface="Muli" pitchFamily="2" charset="77"/>
              </a:defRPr>
            </a:lvl2pPr>
            <a:lvl3pPr>
              <a:defRPr sz="2400" b="0" i="0">
                <a:latin typeface="Muli" pitchFamily="2" charset="77"/>
                <a:ea typeface="Roboto Light" pitchFamily="2" charset="0"/>
                <a:cs typeface="Muli" pitchFamily="2" charset="77"/>
              </a:defRPr>
            </a:lvl3pPr>
            <a:lvl4pPr>
              <a:defRPr b="0" i="0">
                <a:latin typeface="Muli" pitchFamily="2" charset="77"/>
                <a:ea typeface="Roboto Light" pitchFamily="2" charset="0"/>
                <a:cs typeface="Muli" pitchFamily="2" charset="77"/>
              </a:defRPr>
            </a:lvl4pPr>
            <a:lvl5pPr>
              <a:defRPr b="0" i="0">
                <a:latin typeface="Muli" pitchFamily="2" charset="77"/>
                <a:ea typeface="Roboto Light" pitchFamily="2" charset="0"/>
                <a:cs typeface="Muli" pitchFamily="2" charset="77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95CFA89-2EB5-CB47-89F6-13D5D15C298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-25400"/>
            <a:ext cx="7272867" cy="3923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Roboto" pitchFamily="2" charset="0"/>
                <a:ea typeface="Roboto" pitchFamily="2" charset="0"/>
              </a:defRPr>
            </a:lvl1pPr>
          </a:lstStyle>
          <a:p>
            <a:pPr lvl="0"/>
            <a:r>
              <a:rPr lang="en-US" b="0" i="0" dirty="0">
                <a:latin typeface="Muli Light" pitchFamily="2" charset="77"/>
              </a:rPr>
              <a:t>Title goes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7475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4261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648" r:id="rId2"/>
    <p:sldLayoutId id="2147483715" r:id="rId3"/>
    <p:sldLayoutId id="2147483720" r:id="rId4"/>
    <p:sldLayoutId id="2147483721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svg"/><Relationship Id="rId11" Type="http://schemas.openxmlformats.org/officeDocument/2006/relationships/image" Target="../media/image12.sv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svg"/><Relationship Id="rId9" Type="http://schemas.openxmlformats.org/officeDocument/2006/relationships/image" Target="../media/image1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CEBA3B17-FAAD-6BAD-A760-7E16554B7C97}"/>
              </a:ext>
            </a:extLst>
          </p:cNvPr>
          <p:cNvSpPr/>
          <p:nvPr/>
        </p:nvSpPr>
        <p:spPr>
          <a:xfrm>
            <a:off x="122872" y="118104"/>
            <a:ext cx="566928" cy="566928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01600" sx="110000" sy="110000" algn="ctr" rotWithShape="0">
              <a:srgbClr val="0066BE">
                <a:alpha val="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3538BD-01C6-54BE-35D6-32235D8EBE3B}"/>
              </a:ext>
            </a:extLst>
          </p:cNvPr>
          <p:cNvSpPr txBox="1"/>
          <p:nvPr/>
        </p:nvSpPr>
        <p:spPr>
          <a:xfrm>
            <a:off x="694466" y="263068"/>
            <a:ext cx="18889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rgbClr val="A8CBE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Web portal</a:t>
            </a:r>
            <a:endParaRPr lang="en-US" sz="1200" dirty="0">
              <a:solidFill>
                <a:srgbClr val="A8CBE9"/>
              </a:solidFill>
              <a:latin typeface="Roboto Medium" panose="02000000000000000000" pitchFamily="2" charset="0"/>
              <a:ea typeface="Roboto Medium" panose="02000000000000000000" pitchFamily="2" charset="0"/>
              <a:cs typeface="Roboto Medium" panose="020000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3A4E6C-CF24-25FD-4803-A46217F4F42F}"/>
              </a:ext>
            </a:extLst>
          </p:cNvPr>
          <p:cNvSpPr txBox="1"/>
          <p:nvPr/>
        </p:nvSpPr>
        <p:spPr>
          <a:xfrm>
            <a:off x="478416" y="3606299"/>
            <a:ext cx="6630066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GB" sz="1200" dirty="0">
                <a:solidFill>
                  <a:srgbClr val="59748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 website that adapts to the individual HCP. Combine modules and AI to personalise recommended content, surveys, videos, news, and events to each HCP - based on their location and prior engagements. Simultaneously tracking their activity to learn and improve the user experience. </a:t>
            </a:r>
            <a:endParaRPr lang="en-US" sz="1200" dirty="0">
              <a:solidFill>
                <a:srgbClr val="59748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27BDB6-50B1-E417-F9CD-B5E4F2541FA2}"/>
              </a:ext>
            </a:extLst>
          </p:cNvPr>
          <p:cNvSpPr txBox="1"/>
          <p:nvPr/>
        </p:nvSpPr>
        <p:spPr>
          <a:xfrm>
            <a:off x="2583401" y="3031727"/>
            <a:ext cx="24200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b="1" dirty="0">
                <a:solidFill>
                  <a:srgbClr val="0066BE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Web portal</a:t>
            </a:r>
            <a:endParaRPr lang="en-US" sz="2000" b="1" dirty="0">
              <a:solidFill>
                <a:srgbClr val="0066BE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79E2AA-DC64-4F9B-6683-2292E8BFE0C3}"/>
              </a:ext>
            </a:extLst>
          </p:cNvPr>
          <p:cNvSpPr txBox="1"/>
          <p:nvPr/>
        </p:nvSpPr>
        <p:spPr>
          <a:xfrm>
            <a:off x="1148366" y="6063971"/>
            <a:ext cx="14225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rgbClr val="A8CBE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Related modules |</a:t>
            </a:r>
            <a:endParaRPr lang="en-US" sz="1200" dirty="0">
              <a:solidFill>
                <a:srgbClr val="A8CBE9"/>
              </a:solidFill>
              <a:latin typeface="Roboto Medium" panose="02000000000000000000" pitchFamily="2" charset="0"/>
              <a:ea typeface="Roboto Medium" panose="02000000000000000000" pitchFamily="2" charset="0"/>
              <a:cs typeface="Roboto Medium" panose="02000000000000000000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695D4A5-2730-247B-B4FB-F0B3311F5F45}"/>
              </a:ext>
            </a:extLst>
          </p:cNvPr>
          <p:cNvSpPr txBox="1"/>
          <p:nvPr/>
        </p:nvSpPr>
        <p:spPr>
          <a:xfrm>
            <a:off x="8154186" y="1391463"/>
            <a:ext cx="2024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Key Features</a:t>
            </a:r>
            <a:endParaRPr lang="en-US" sz="20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FB01F8D-0127-6ADD-32D1-5D35DF0218FE}"/>
              </a:ext>
            </a:extLst>
          </p:cNvPr>
          <p:cNvSpPr txBox="1"/>
          <p:nvPr/>
        </p:nvSpPr>
        <p:spPr>
          <a:xfrm>
            <a:off x="8237119" y="1928695"/>
            <a:ext cx="3476465" cy="3311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69863" indent="-169863">
              <a:lnSpc>
                <a:spcPts val="3200"/>
              </a:lnSpc>
              <a:buClr>
                <a:schemeClr val="bg1"/>
              </a:buClr>
              <a:buSzPct val="120000"/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Provides a unified customer experience</a:t>
            </a:r>
          </a:p>
          <a:p>
            <a:pPr marL="169863" indent="-169863">
              <a:lnSpc>
                <a:spcPts val="3200"/>
              </a:lnSpc>
              <a:buClr>
                <a:schemeClr val="bg1"/>
              </a:buClr>
              <a:buSzPct val="120000"/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Merge all your modules in one place for an evolved personal experience</a:t>
            </a:r>
          </a:p>
          <a:p>
            <a:pPr marL="169863" indent="-169863">
              <a:lnSpc>
                <a:spcPts val="3200"/>
              </a:lnSpc>
              <a:buClr>
                <a:schemeClr val="bg1"/>
              </a:buClr>
              <a:buSzPct val="120000"/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On demand, anytime - for when the HCP wants to know more</a:t>
            </a:r>
          </a:p>
          <a:p>
            <a:pPr marL="169863" indent="-169863">
              <a:lnSpc>
                <a:spcPts val="3200"/>
              </a:lnSpc>
              <a:buClr>
                <a:schemeClr val="bg1"/>
              </a:buClr>
              <a:buSzPct val="120000"/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Ability for HCPs to take what they want offline using their personal Docintel app account</a:t>
            </a:r>
          </a:p>
          <a:p>
            <a:pPr marL="169863" indent="-169863">
              <a:lnSpc>
                <a:spcPts val="3200"/>
              </a:lnSpc>
              <a:buClr>
                <a:schemeClr val="bg1"/>
              </a:buClr>
              <a:buSzPct val="120000"/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Maintain your visual and brand identity</a:t>
            </a:r>
            <a:endParaRPr lang="en-US" sz="12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C90DE62A-22CC-C20D-180A-88D1B5A58876}"/>
              </a:ext>
            </a:extLst>
          </p:cNvPr>
          <p:cNvGrpSpPr/>
          <p:nvPr/>
        </p:nvGrpSpPr>
        <p:grpSpPr>
          <a:xfrm>
            <a:off x="4822557" y="5872509"/>
            <a:ext cx="676656" cy="658368"/>
            <a:chOff x="4328355" y="4958505"/>
            <a:chExt cx="676656" cy="658368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8BA3B4F5-BA5B-DDBA-098D-CFBB5527DA2C}"/>
                </a:ext>
              </a:extLst>
            </p:cNvPr>
            <p:cNvGrpSpPr/>
            <p:nvPr/>
          </p:nvGrpSpPr>
          <p:grpSpPr>
            <a:xfrm>
              <a:off x="4342958" y="4958505"/>
              <a:ext cx="658368" cy="658368"/>
              <a:chOff x="2717229" y="4899401"/>
              <a:chExt cx="658368" cy="658368"/>
            </a:xfrm>
          </p:grpSpPr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D48B9D0D-3737-7D04-A951-9049ACB174B9}"/>
                  </a:ext>
                </a:extLst>
              </p:cNvPr>
              <p:cNvSpPr/>
              <p:nvPr/>
            </p:nvSpPr>
            <p:spPr>
              <a:xfrm>
                <a:off x="2753805" y="4935977"/>
                <a:ext cx="585216" cy="585216"/>
              </a:xfrm>
              <a:prstGeom prst="ellipse">
                <a:avLst/>
              </a:prstGeom>
              <a:solidFill>
                <a:srgbClr val="00A4BF"/>
              </a:solidFill>
              <a:ln>
                <a:noFill/>
              </a:ln>
              <a:effectLst>
                <a:outerShdw blurRad="63500" sx="103000" sy="103000" algn="ctr" rotWithShape="0">
                  <a:srgbClr val="00A4BF"/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AFF903B2-7884-9F7D-B161-9F3897C6CD37}"/>
                  </a:ext>
                </a:extLst>
              </p:cNvPr>
              <p:cNvSpPr/>
              <p:nvPr/>
            </p:nvSpPr>
            <p:spPr>
              <a:xfrm>
                <a:off x="2717229" y="4899401"/>
                <a:ext cx="658368" cy="658368"/>
              </a:xfrm>
              <a:prstGeom prst="ellipse">
                <a:avLst/>
              </a:prstGeom>
              <a:noFill/>
              <a:ln w="6350">
                <a:solidFill>
                  <a:srgbClr val="00A4BF"/>
                </a:solidFill>
                <a:prstDash val="dash"/>
                <a:beve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20D04ABD-BEB4-6CB5-19D0-2441566C88C1}"/>
                </a:ext>
              </a:extLst>
            </p:cNvPr>
            <p:cNvSpPr txBox="1"/>
            <p:nvPr/>
          </p:nvSpPr>
          <p:spPr>
            <a:xfrm>
              <a:off x="4328355" y="5257564"/>
              <a:ext cx="676656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600" dirty="0">
                  <a:solidFill>
                    <a:schemeClr val="bg1"/>
                  </a:solidFill>
                  <a:latin typeface="Roboto Medium" panose="02000000000000000000" pitchFamily="2" charset="0"/>
                  <a:ea typeface="Roboto Medium" panose="02000000000000000000" pitchFamily="2" charset="0"/>
                  <a:cs typeface="Roboto Medium" panose="02000000000000000000" pitchFamily="2" charset="0"/>
                </a:rPr>
                <a:t>Consent</a:t>
              </a:r>
              <a:endParaRPr lang="en-US" sz="600" dirty="0"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endParaRPr>
            </a:p>
          </p:txBody>
        </p:sp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0C70865A-FFEE-4B00-2E55-BC72DA36B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577718" y="5052271"/>
              <a:ext cx="201168" cy="201168"/>
            </a:xfrm>
            <a:prstGeom prst="rect">
              <a:avLst/>
            </a:prstGeom>
          </p:spPr>
        </p:pic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1781DC61-D201-75BE-3A1A-AF9ADBC38AFE}"/>
              </a:ext>
            </a:extLst>
          </p:cNvPr>
          <p:cNvGrpSpPr/>
          <p:nvPr/>
        </p:nvGrpSpPr>
        <p:grpSpPr>
          <a:xfrm>
            <a:off x="2561207" y="5874041"/>
            <a:ext cx="676656" cy="658368"/>
            <a:chOff x="3081391" y="3371266"/>
            <a:chExt cx="676656" cy="658368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A087C5A4-8FF3-1A5A-EF5A-E1B2D370DD18}"/>
                </a:ext>
              </a:extLst>
            </p:cNvPr>
            <p:cNvGrpSpPr/>
            <p:nvPr/>
          </p:nvGrpSpPr>
          <p:grpSpPr>
            <a:xfrm>
              <a:off x="3090535" y="3371266"/>
              <a:ext cx="658368" cy="658368"/>
              <a:chOff x="2717229" y="4899401"/>
              <a:chExt cx="658368" cy="658368"/>
            </a:xfrm>
          </p:grpSpPr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53CB58D9-A56A-33D4-BDA1-B82F7767D8A5}"/>
                  </a:ext>
                </a:extLst>
              </p:cNvPr>
              <p:cNvSpPr/>
              <p:nvPr/>
            </p:nvSpPr>
            <p:spPr>
              <a:xfrm>
                <a:off x="2753805" y="4935977"/>
                <a:ext cx="585216" cy="585216"/>
              </a:xfrm>
              <a:prstGeom prst="ellipse">
                <a:avLst/>
              </a:prstGeom>
              <a:solidFill>
                <a:srgbClr val="8A4E9C"/>
              </a:solidFill>
              <a:ln>
                <a:noFill/>
              </a:ln>
              <a:effectLst>
                <a:outerShdw blurRad="63500" sx="103000" sy="103000" algn="ctr" rotWithShape="0">
                  <a:srgbClr val="8A4E9C"/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E0D29595-E598-4FAF-D80E-9E5E379908A6}"/>
                  </a:ext>
                </a:extLst>
              </p:cNvPr>
              <p:cNvSpPr/>
              <p:nvPr/>
            </p:nvSpPr>
            <p:spPr>
              <a:xfrm>
                <a:off x="2717229" y="4899401"/>
                <a:ext cx="658368" cy="658368"/>
              </a:xfrm>
              <a:prstGeom prst="ellipse">
                <a:avLst/>
              </a:prstGeom>
              <a:noFill/>
              <a:ln w="6350">
                <a:solidFill>
                  <a:srgbClr val="8A4E9C"/>
                </a:solidFill>
                <a:prstDash val="dash"/>
                <a:beve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E39137B0-6E4B-9AC8-FC90-41395BE67EB5}"/>
                </a:ext>
              </a:extLst>
            </p:cNvPr>
            <p:cNvSpPr txBox="1"/>
            <p:nvPr/>
          </p:nvSpPr>
          <p:spPr>
            <a:xfrm>
              <a:off x="3081391" y="3671962"/>
              <a:ext cx="6766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dirty="0">
                  <a:solidFill>
                    <a:schemeClr val="bg1"/>
                  </a:solidFill>
                  <a:latin typeface="Roboto Medium" panose="02000000000000000000" pitchFamily="2" charset="0"/>
                  <a:ea typeface="Roboto Medium" panose="02000000000000000000" pitchFamily="2" charset="0"/>
                  <a:cs typeface="Roboto Medium" panose="02000000000000000000" pitchFamily="2" charset="0"/>
                </a:rPr>
                <a:t>Webinar Portal</a:t>
              </a:r>
            </a:p>
          </p:txBody>
        </p:sp>
        <p:pic>
          <p:nvPicPr>
            <p:cNvPr id="44" name="Graphic 43">
              <a:extLst>
                <a:ext uri="{FF2B5EF4-FFF2-40B4-BE49-F238E27FC236}">
                  <a16:creationId xmlns:a16="http://schemas.microsoft.com/office/drawing/2014/main" id="{24C09701-DF14-E39E-7E75-19961C2D933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319135" y="3484929"/>
              <a:ext cx="201168" cy="201168"/>
            </a:xfrm>
            <a:prstGeom prst="rect">
              <a:avLst/>
            </a:prstGeom>
          </p:spPr>
        </p:pic>
      </p:grpSp>
      <p:pic>
        <p:nvPicPr>
          <p:cNvPr id="3" name="Picture 2" descr="A computer screen with a computer screen&#10;&#10;Description automatically generated with medium confidence">
            <a:extLst>
              <a:ext uri="{FF2B5EF4-FFF2-40B4-BE49-F238E27FC236}">
                <a16:creationId xmlns:a16="http://schemas.microsoft.com/office/drawing/2014/main" id="{9581D5D1-A39F-CD15-1383-298856E62203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15898" r="16934"/>
          <a:stretch/>
        </p:blipFill>
        <p:spPr>
          <a:xfrm>
            <a:off x="2055266" y="814283"/>
            <a:ext cx="3476464" cy="1781028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023322FC-0E1D-F202-96AA-B5157757990A}"/>
              </a:ext>
            </a:extLst>
          </p:cNvPr>
          <p:cNvGrpSpPr/>
          <p:nvPr/>
        </p:nvGrpSpPr>
        <p:grpSpPr>
          <a:xfrm>
            <a:off x="3319794" y="5872509"/>
            <a:ext cx="676656" cy="658368"/>
            <a:chOff x="9767649" y="3391071"/>
            <a:chExt cx="676656" cy="658368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C8DE254B-5963-F7E4-F59D-F6BA9040E6D3}"/>
                </a:ext>
              </a:extLst>
            </p:cNvPr>
            <p:cNvGrpSpPr/>
            <p:nvPr/>
          </p:nvGrpSpPr>
          <p:grpSpPr>
            <a:xfrm>
              <a:off x="9776793" y="3391071"/>
              <a:ext cx="658368" cy="658368"/>
              <a:chOff x="2717229" y="4899401"/>
              <a:chExt cx="658368" cy="658368"/>
            </a:xfrm>
          </p:grpSpPr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50629616-3F35-911B-06F9-543A3B6D692C}"/>
                  </a:ext>
                </a:extLst>
              </p:cNvPr>
              <p:cNvSpPr/>
              <p:nvPr/>
            </p:nvSpPr>
            <p:spPr>
              <a:xfrm>
                <a:off x="2753805" y="4935977"/>
                <a:ext cx="585216" cy="585216"/>
              </a:xfrm>
              <a:prstGeom prst="ellipse">
                <a:avLst/>
              </a:prstGeom>
              <a:solidFill>
                <a:srgbClr val="2B9BC8"/>
              </a:solidFill>
              <a:ln>
                <a:noFill/>
              </a:ln>
              <a:effectLst>
                <a:outerShdw blurRad="63500" sx="103000" sy="103000" algn="ctr" rotWithShape="0">
                  <a:srgbClr val="2B9BC8"/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1C890646-4371-CE8E-3A56-4DF269C82BFE}"/>
                  </a:ext>
                </a:extLst>
              </p:cNvPr>
              <p:cNvSpPr/>
              <p:nvPr/>
            </p:nvSpPr>
            <p:spPr>
              <a:xfrm>
                <a:off x="2717229" y="4899401"/>
                <a:ext cx="658368" cy="658368"/>
              </a:xfrm>
              <a:prstGeom prst="ellipse">
                <a:avLst/>
              </a:prstGeom>
              <a:noFill/>
              <a:ln w="6350">
                <a:solidFill>
                  <a:srgbClr val="2B9BC8"/>
                </a:solidFill>
                <a:prstDash val="dash"/>
                <a:beve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38E0210-B872-30AE-73EF-8C7AFC3702E8}"/>
                </a:ext>
              </a:extLst>
            </p:cNvPr>
            <p:cNvSpPr txBox="1"/>
            <p:nvPr/>
          </p:nvSpPr>
          <p:spPr>
            <a:xfrm>
              <a:off x="9767649" y="3691767"/>
              <a:ext cx="676656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600" dirty="0">
                  <a:solidFill>
                    <a:schemeClr val="bg1"/>
                  </a:solidFill>
                  <a:latin typeface="Roboto Medium" panose="02000000000000000000" pitchFamily="2" charset="0"/>
                  <a:ea typeface="Roboto Medium" panose="02000000000000000000" pitchFamily="2" charset="0"/>
                  <a:cs typeface="Roboto Medium" panose="02000000000000000000" pitchFamily="2" charset="0"/>
                </a:rPr>
                <a:t>Rating Tool</a:t>
              </a:r>
              <a:endParaRPr lang="en-US" sz="600" dirty="0"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endParaRPr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FF248452-08B0-D0BD-B406-26EE38BF8EC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0005393" y="3468906"/>
              <a:ext cx="201168" cy="201168"/>
            </a:xfrm>
            <a:prstGeom prst="rect">
              <a:avLst/>
            </a:prstGeom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92840EC-7B84-A6D9-7E5F-7BD481353F3A}"/>
              </a:ext>
            </a:extLst>
          </p:cNvPr>
          <p:cNvGrpSpPr/>
          <p:nvPr/>
        </p:nvGrpSpPr>
        <p:grpSpPr>
          <a:xfrm>
            <a:off x="4071175" y="5859688"/>
            <a:ext cx="676656" cy="658368"/>
            <a:chOff x="5926723" y="3391583"/>
            <a:chExt cx="676656" cy="658368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C17E33FE-AF1E-2470-D819-B3719FC5C293}"/>
                </a:ext>
              </a:extLst>
            </p:cNvPr>
            <p:cNvGrpSpPr/>
            <p:nvPr/>
          </p:nvGrpSpPr>
          <p:grpSpPr>
            <a:xfrm>
              <a:off x="5935867" y="3391583"/>
              <a:ext cx="658368" cy="658368"/>
              <a:chOff x="2717229" y="4899401"/>
              <a:chExt cx="658368" cy="658368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0989F50B-7F50-6949-2F59-9C108D3C8BF6}"/>
                  </a:ext>
                </a:extLst>
              </p:cNvPr>
              <p:cNvSpPr/>
              <p:nvPr/>
            </p:nvSpPr>
            <p:spPr>
              <a:xfrm>
                <a:off x="2753805" y="4935977"/>
                <a:ext cx="585216" cy="585216"/>
              </a:xfrm>
              <a:prstGeom prst="ellipse">
                <a:avLst/>
              </a:prstGeom>
              <a:solidFill>
                <a:srgbClr val="0066BE"/>
              </a:solidFill>
              <a:ln>
                <a:noFill/>
              </a:ln>
              <a:effectLst>
                <a:outerShdw blurRad="63500" sx="103000" sy="103000" algn="ctr" rotWithShape="0">
                  <a:srgbClr val="0066BE"/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959DDCAE-CCDD-736F-6FC3-75B3D8888D01}"/>
                  </a:ext>
                </a:extLst>
              </p:cNvPr>
              <p:cNvSpPr/>
              <p:nvPr/>
            </p:nvSpPr>
            <p:spPr>
              <a:xfrm>
                <a:off x="2717229" y="4899401"/>
                <a:ext cx="658368" cy="658368"/>
              </a:xfrm>
              <a:prstGeom prst="ellipse">
                <a:avLst/>
              </a:prstGeom>
              <a:noFill/>
              <a:ln w="6350">
                <a:solidFill>
                  <a:srgbClr val="0066BE"/>
                </a:solidFill>
                <a:prstDash val="dash"/>
                <a:beve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8142A4C-C5A0-C23A-C7D4-3157DFD8B33F}"/>
                </a:ext>
              </a:extLst>
            </p:cNvPr>
            <p:cNvSpPr txBox="1"/>
            <p:nvPr/>
          </p:nvSpPr>
          <p:spPr>
            <a:xfrm>
              <a:off x="5926723" y="3692279"/>
              <a:ext cx="676656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dirty="0">
                  <a:solidFill>
                    <a:schemeClr val="bg1"/>
                  </a:solidFill>
                  <a:latin typeface="Roboto Medium" panose="02000000000000000000" pitchFamily="2" charset="0"/>
                  <a:ea typeface="Roboto Medium" panose="02000000000000000000" pitchFamily="2" charset="0"/>
                  <a:cs typeface="Roboto Medium" panose="02000000000000000000" pitchFamily="2" charset="0"/>
                </a:rPr>
                <a:t>Docintel.app</a:t>
              </a:r>
            </a:p>
          </p:txBody>
        </p:sp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D6E659D2-AC8F-E2E9-765E-FF68EB124F2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6164467" y="3475271"/>
              <a:ext cx="201168" cy="201168"/>
            </a:xfrm>
            <a:prstGeom prst="rect">
              <a:avLst/>
            </a:prstGeom>
          </p:spPr>
        </p:pic>
      </p:grpSp>
      <p:pic>
        <p:nvPicPr>
          <p:cNvPr id="54" name="Graphic 53">
            <a:extLst>
              <a:ext uri="{FF2B5EF4-FFF2-40B4-BE49-F238E27FC236}">
                <a16:creationId xmlns:a16="http://schemas.microsoft.com/office/drawing/2014/main" id="{72069DFB-8C0E-7082-2E75-72BFAECB180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46316" y="241547"/>
            <a:ext cx="320040" cy="32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3944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ebinar Deck" id="{7A23AA72-971C-E242-B048-39576FC5F3DC}" vid="{A1799C23-9543-3846-A9C6-869377834B9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office theme</vt:lpstr>
      <vt:lpstr>Custom Design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 </cp:lastModifiedBy>
  <cp:revision>5</cp:revision>
  <dcterms:created xsi:type="dcterms:W3CDTF">2013-07-15T20:26:40Z</dcterms:created>
  <dcterms:modified xsi:type="dcterms:W3CDTF">2023-10-17T12:11:55Z</dcterms:modified>
</cp:coreProperties>
</file>